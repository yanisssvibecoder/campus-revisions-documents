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3.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4.xml" ContentType="application/vnd.openxmlformats-officedocument.presentationml.notesSlide+xml"/>
  <Override PartName="/ppt/tags/tag41.xml" ContentType="application/vnd.openxmlformats-officedocument.presentationml.tags+xml"/>
  <Override PartName="/ppt/notesSlides/notesSlide5.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6.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7.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8.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9.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0.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1.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12.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13.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14.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15.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16.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notesSlides/notesSlide17.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18.xml" ContentType="application/vnd.openxmlformats-officedocument.presentationml.notesSlid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19.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20.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21.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notesSlides/notesSlide22.xml" ContentType="application/vnd.openxmlformats-officedocument.presentationml.notesSlide+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notesSlides/notesSlide23.xml" ContentType="application/vnd.openxmlformats-officedocument.presentationml.notesSlide+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24.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25.xml" ContentType="application/vnd.openxmlformats-officedocument.presentationml.notesSlide+xml"/>
  <Override PartName="/ppt/tags/tag199.xml" ContentType="application/vnd.openxmlformats-officedocument.presentationml.tags+xml"/>
  <Override PartName="/ppt/notesSlides/notesSlide26.xml" ContentType="application/vnd.openxmlformats-officedocument.presentationml.notesSlide+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notesSlides/notesSlide27.xml" ContentType="application/vnd.openxmlformats-officedocument.presentationml.notesSlide+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notesSlides/notesSlide28.xml" ContentType="application/vnd.openxmlformats-officedocument.presentationml.notesSlide+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29.xml" ContentType="application/vnd.openxmlformats-officedocument.presentationml.notesSlide+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30.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689" r:id="rId5"/>
  </p:sldMasterIdLst>
  <p:notesMasterIdLst>
    <p:notesMasterId r:id="rId65"/>
  </p:notesMasterIdLst>
  <p:sldIdLst>
    <p:sldId id="4372" r:id="rId6"/>
    <p:sldId id="4620" r:id="rId7"/>
    <p:sldId id="4454" r:id="rId8"/>
    <p:sldId id="4621" r:id="rId9"/>
    <p:sldId id="308" r:id="rId10"/>
    <p:sldId id="4453" r:id="rId11"/>
    <p:sldId id="4639" r:id="rId12"/>
    <p:sldId id="4465" r:id="rId13"/>
    <p:sldId id="4526" r:id="rId14"/>
    <p:sldId id="4435" r:id="rId15"/>
    <p:sldId id="4462" r:id="rId16"/>
    <p:sldId id="4579" r:id="rId17"/>
    <p:sldId id="4630" r:id="rId18"/>
    <p:sldId id="4562" r:id="rId19"/>
    <p:sldId id="4564" r:id="rId20"/>
    <p:sldId id="4558" r:id="rId21"/>
    <p:sldId id="4561" r:id="rId22"/>
    <p:sldId id="4582" r:id="rId23"/>
    <p:sldId id="4559" r:id="rId24"/>
    <p:sldId id="4560" r:id="rId25"/>
    <p:sldId id="4583" r:id="rId26"/>
    <p:sldId id="4584" r:id="rId27"/>
    <p:sldId id="4632" r:id="rId28"/>
    <p:sldId id="4633" r:id="rId29"/>
    <p:sldId id="4539" r:id="rId30"/>
    <p:sldId id="4533" r:id="rId31"/>
    <p:sldId id="4605" r:id="rId32"/>
    <p:sldId id="4557" r:id="rId33"/>
    <p:sldId id="4565" r:id="rId34"/>
    <p:sldId id="4541" r:id="rId35"/>
    <p:sldId id="4567" r:id="rId36"/>
    <p:sldId id="4527" r:id="rId37"/>
    <p:sldId id="4588" r:id="rId38"/>
    <p:sldId id="4589" r:id="rId39"/>
    <p:sldId id="4607" r:id="rId40"/>
    <p:sldId id="4587" r:id="rId41"/>
    <p:sldId id="4528" r:id="rId42"/>
    <p:sldId id="4542" r:id="rId43"/>
    <p:sldId id="4608" r:id="rId44"/>
    <p:sldId id="4625" r:id="rId45"/>
    <p:sldId id="4468" r:id="rId46"/>
    <p:sldId id="4622" r:id="rId47"/>
    <p:sldId id="4623" r:id="rId48"/>
    <p:sldId id="4624" r:id="rId49"/>
    <p:sldId id="4613" r:id="rId50"/>
    <p:sldId id="4619" r:id="rId51"/>
    <p:sldId id="4581" r:id="rId52"/>
    <p:sldId id="4520" r:id="rId53"/>
    <p:sldId id="4609" r:id="rId54"/>
    <p:sldId id="4628" r:id="rId55"/>
    <p:sldId id="4629" r:id="rId56"/>
    <p:sldId id="4600" r:id="rId57"/>
    <p:sldId id="4513" r:id="rId58"/>
    <p:sldId id="4547" r:id="rId59"/>
    <p:sldId id="4553" r:id="rId60"/>
    <p:sldId id="4640" r:id="rId61"/>
    <p:sldId id="4555" r:id="rId62"/>
    <p:sldId id="4554" r:id="rId63"/>
    <p:sldId id="4556" r:id="rId64"/>
  </p:sldIdLst>
  <p:sldSz cx="12192000" cy="6858000"/>
  <p:notesSz cx="6858000" cy="9144000"/>
  <p:embeddedFontLst>
    <p:embeddedFont>
      <p:font typeface="Arial Rounded MT Bold" panose="020F0704030504030204" pitchFamily="34" charset="0"/>
      <p:regular r:id="rId66"/>
    </p:embeddedFont>
    <p:embeddedFont>
      <p:font typeface="Script MT Bold" panose="03040602040607080904" pitchFamily="66" charset="0"/>
      <p:bold r:id="rId67"/>
    </p:embeddedFont>
    <p:embeddedFont>
      <p:font typeface="Visby CF" pitchFamily="50" charset="0"/>
      <p:regular r:id="rId68"/>
      <p:italic r:id="rId69"/>
    </p:embeddedFont>
    <p:embeddedFont>
      <p:font typeface="Visby CF Bold" pitchFamily="50" charset="0"/>
      <p:bold r:id="rId70"/>
      <p:italic r:id="rId71"/>
      <p:boldItalic r:id="rId72"/>
    </p:embeddedFont>
    <p:embeddedFont>
      <p:font typeface="Visby CF Light" pitchFamily="50" charset="0"/>
      <p:regular r:id="rId73"/>
      <p:italic r:id="rId74"/>
    </p:embeddedFont>
    <p:embeddedFont>
      <p:font typeface="Visby CF Medium" pitchFamily="50" charset="0"/>
      <p:regular r:id="rId75"/>
      <p:italic r:id="rId76"/>
    </p:embeddedFont>
    <p:embeddedFont>
      <p:font typeface="Visby Slab CF" panose="00000500000000000000" pitchFamily="50" charset="0"/>
      <p:regular r:id="rId77"/>
      <p:italic r:id="rId78"/>
    </p:embeddedFont>
    <p:embeddedFont>
      <p:font typeface="Visby Slab CF Bold" panose="00000800000000000000" pitchFamily="50" charset="0"/>
      <p:bold r:id="rId79"/>
      <p:italic r:id="rId80"/>
      <p:boldItalic r:id="rId81"/>
    </p:embeddedFont>
    <p:embeddedFont>
      <p:font typeface="Visby Slab CF Demi Bold" panose="00000700000000000000" pitchFamily="50" charset="0"/>
      <p:regular r:id="rId82"/>
      <p:bold r:id="rId83"/>
      <p:italic r:id="rId84"/>
      <p:boldItalic r:id="rId85"/>
    </p:embeddedFont>
    <p:embeddedFont>
      <p:font typeface="Visby Slab CF Heavy" panose="00000A00000000000000" pitchFamily="50" charset="0"/>
      <p:bold r:id="rId86"/>
      <p:italic r:id="rId87"/>
      <p:boldItalic r:id="rId88"/>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F7FF"/>
    <a:srgbClr val="D2F7E5"/>
    <a:srgbClr val="C2E4FF"/>
    <a:srgbClr val="FDF6D8"/>
    <a:srgbClr val="FBE2F2"/>
    <a:srgbClr val="000000"/>
    <a:srgbClr val="CC00FF"/>
    <a:srgbClr val="CBD5ED"/>
    <a:srgbClr val="E7EBF6"/>
    <a:srgbClr val="E1F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1464F7-2457-44FF-987A-AF99AF553657}" v="1" dt="2026-09-21T10:15:24.716"/>
  </p1510:revLst>
</p1510:revInfo>
</file>

<file path=ppt/tableStyles.xml><?xml version="1.0" encoding="utf-8"?>
<a:tblStyleLst xmlns:a="http://schemas.openxmlformats.org/drawingml/2006/main" def="{5C22544A-7EE6-4342-B048-85BDC9FD1C3A}">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26"/>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font" Target="fonts/font3.fntdata"/><Relationship Id="rId84" Type="http://schemas.openxmlformats.org/officeDocument/2006/relationships/font" Target="fonts/font19.fntdata"/><Relationship Id="rId89" Type="http://schemas.openxmlformats.org/officeDocument/2006/relationships/presProps" Target="pres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font" Target="fonts/font9.fntdata"/><Relationship Id="rId79" Type="http://schemas.openxmlformats.org/officeDocument/2006/relationships/font" Target="fonts/font14.fntdata"/><Relationship Id="rId5" Type="http://schemas.openxmlformats.org/officeDocument/2006/relationships/slideMaster" Target="slideMasters/slideMaster2.xml"/><Relationship Id="rId90" Type="http://schemas.openxmlformats.org/officeDocument/2006/relationships/viewProps" Target="viewProp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font" Target="fonts/font4.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7.fntdata"/><Relationship Id="rId80" Type="http://schemas.openxmlformats.org/officeDocument/2006/relationships/font" Target="fonts/font15.fntdata"/><Relationship Id="rId85" Type="http://schemas.openxmlformats.org/officeDocument/2006/relationships/font" Target="fonts/font20.fntdata"/><Relationship Id="rId93"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font" Target="fonts/font2.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font" Target="fonts/font5.fntdata"/><Relationship Id="rId75" Type="http://schemas.openxmlformats.org/officeDocument/2006/relationships/font" Target="fonts/font10.fntdata"/><Relationship Id="rId83" Type="http://schemas.openxmlformats.org/officeDocument/2006/relationships/font" Target="fonts/font18.fntdata"/><Relationship Id="rId88" Type="http://schemas.openxmlformats.org/officeDocument/2006/relationships/font" Target="fonts/font23.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font" Target="fonts/font13.fntdata"/><Relationship Id="rId81" Type="http://schemas.openxmlformats.org/officeDocument/2006/relationships/font" Target="fonts/font16.fntdata"/><Relationship Id="rId86" Type="http://schemas.openxmlformats.org/officeDocument/2006/relationships/font" Target="fonts/font21.fntdata"/><Relationship Id="rId9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11.fntdata"/><Relationship Id="rId7" Type="http://schemas.openxmlformats.org/officeDocument/2006/relationships/slide" Target="slides/slide2.xml"/><Relationship Id="rId71" Type="http://schemas.openxmlformats.org/officeDocument/2006/relationships/font" Target="fonts/font6.fntdata"/><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font" Target="fonts/font1.fntdata"/><Relationship Id="rId87" Type="http://schemas.openxmlformats.org/officeDocument/2006/relationships/font" Target="fonts/font22.fntdata"/><Relationship Id="rId61" Type="http://schemas.openxmlformats.org/officeDocument/2006/relationships/slide" Target="slides/slide56.xml"/><Relationship Id="rId82" Type="http://schemas.openxmlformats.org/officeDocument/2006/relationships/font" Target="fonts/font17.fntdata"/><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font" Target="fonts/font1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Claude Trudel" userId="e09e5fd0-69eb-4066-ab3a-d45a4373e80c" providerId="ADAL" clId="{B5DE319A-E534-44C9-BD5A-853721C828A0}"/>
    <pc:docChg chg="undo custSel addSld delSld modSld">
      <pc:chgData name="Marie-Claude Trudel" userId="e09e5fd0-69eb-4066-ab3a-d45a4373e80c" providerId="ADAL" clId="{B5DE319A-E534-44C9-BD5A-853721C828A0}" dt="2026-09-21T10:25:06.857" v="422" actId="12"/>
      <pc:docMkLst>
        <pc:docMk/>
      </pc:docMkLst>
      <pc:sldChg chg="modSp mod">
        <pc:chgData name="Marie-Claude Trudel" userId="e09e5fd0-69eb-4066-ab3a-d45a4373e80c" providerId="ADAL" clId="{B5DE319A-E534-44C9-BD5A-853721C828A0}" dt="2026-09-18T11:18:11.992" v="279" actId="20577"/>
        <pc:sldMkLst>
          <pc:docMk/>
          <pc:sldMk cId="3564563815" sldId="4520"/>
        </pc:sldMkLst>
        <pc:spChg chg="mod">
          <ac:chgData name="Marie-Claude Trudel" userId="e09e5fd0-69eb-4066-ab3a-d45a4373e80c" providerId="ADAL" clId="{B5DE319A-E534-44C9-BD5A-853721C828A0}" dt="2026-09-18T11:18:11.992" v="279" actId="20577"/>
          <ac:spMkLst>
            <pc:docMk/>
            <pc:sldMk cId="3564563815" sldId="4520"/>
            <ac:spMk id="3" creationId="{E4E8C80C-9049-D497-0B9F-10CDFF34A2B0}"/>
          </ac:spMkLst>
        </pc:spChg>
      </pc:sldChg>
      <pc:sldChg chg="modSp mod">
        <pc:chgData name="Marie-Claude Trudel" userId="e09e5fd0-69eb-4066-ab3a-d45a4373e80c" providerId="ADAL" clId="{B5DE319A-E534-44C9-BD5A-853721C828A0}" dt="2026-09-18T11:01:29.166" v="222" actId="20577"/>
        <pc:sldMkLst>
          <pc:docMk/>
          <pc:sldMk cId="2935489570" sldId="4526"/>
        </pc:sldMkLst>
        <pc:spChg chg="mod">
          <ac:chgData name="Marie-Claude Trudel" userId="e09e5fd0-69eb-4066-ab3a-d45a4373e80c" providerId="ADAL" clId="{B5DE319A-E534-44C9-BD5A-853721C828A0}" dt="2026-09-18T11:01:29.166" v="222" actId="20577"/>
          <ac:spMkLst>
            <pc:docMk/>
            <pc:sldMk cId="2935489570" sldId="4526"/>
            <ac:spMk id="3" creationId="{38097999-C9AF-11FA-8F01-56537CACBBBB}"/>
          </ac:spMkLst>
        </pc:spChg>
      </pc:sldChg>
      <pc:sldChg chg="delSp modSp mod">
        <pc:chgData name="Marie-Claude Trudel" userId="e09e5fd0-69eb-4066-ab3a-d45a4373e80c" providerId="ADAL" clId="{B5DE319A-E534-44C9-BD5A-853721C828A0}" dt="2026-09-18T11:29:32.120" v="402" actId="478"/>
        <pc:sldMkLst>
          <pc:docMk/>
          <pc:sldMk cId="1535536528" sldId="4527"/>
        </pc:sldMkLst>
        <pc:spChg chg="mod">
          <ac:chgData name="Marie-Claude Trudel" userId="e09e5fd0-69eb-4066-ab3a-d45a4373e80c" providerId="ADAL" clId="{B5DE319A-E534-44C9-BD5A-853721C828A0}" dt="2026-09-18T11:29:27.598" v="400" actId="20577"/>
          <ac:spMkLst>
            <pc:docMk/>
            <pc:sldMk cId="1535536528" sldId="4527"/>
            <ac:spMk id="2" creationId="{18D9F71D-43F0-5760-BAB5-6A018F1F9C8F}"/>
          </ac:spMkLst>
        </pc:spChg>
        <pc:spChg chg="mod">
          <ac:chgData name="Marie-Claude Trudel" userId="e09e5fd0-69eb-4066-ab3a-d45a4373e80c" providerId="ADAL" clId="{B5DE319A-E534-44C9-BD5A-853721C828A0}" dt="2026-09-18T11:29:31.433" v="401" actId="20577"/>
          <ac:spMkLst>
            <pc:docMk/>
            <pc:sldMk cId="1535536528" sldId="4527"/>
            <ac:spMk id="3" creationId="{A13F5FE3-0B2B-7425-2DE7-F06A84E22751}"/>
          </ac:spMkLst>
        </pc:spChg>
      </pc:sldChg>
      <pc:sldChg chg="delSp modSp mod">
        <pc:chgData name="Marie-Claude Trudel" userId="e09e5fd0-69eb-4066-ab3a-d45a4373e80c" providerId="ADAL" clId="{B5DE319A-E534-44C9-BD5A-853721C828A0}" dt="2026-09-18T11:28:15.524" v="384" actId="478"/>
        <pc:sldMkLst>
          <pc:docMk/>
          <pc:sldMk cId="2142781823" sldId="4533"/>
        </pc:sldMkLst>
        <pc:graphicFrameChg chg="modGraphic">
          <ac:chgData name="Marie-Claude Trudel" userId="e09e5fd0-69eb-4066-ab3a-d45a4373e80c" providerId="ADAL" clId="{B5DE319A-E534-44C9-BD5A-853721C828A0}" dt="2026-09-16T10:51:27.529" v="141" actId="20577"/>
          <ac:graphicFrameMkLst>
            <pc:docMk/>
            <pc:sldMk cId="2142781823" sldId="4533"/>
            <ac:graphicFrameMk id="8" creationId="{7DF771F7-1B7E-D6D3-F4D2-D57AB28F3FF2}"/>
          </ac:graphicFrameMkLst>
        </pc:graphicFrameChg>
        <pc:graphicFrameChg chg="modGraphic">
          <ac:chgData name="Marie-Claude Trudel" userId="e09e5fd0-69eb-4066-ab3a-d45a4373e80c" providerId="ADAL" clId="{B5DE319A-E534-44C9-BD5A-853721C828A0}" dt="2026-09-16T10:52:09.955" v="195" actId="20577"/>
          <ac:graphicFrameMkLst>
            <pc:docMk/>
            <pc:sldMk cId="2142781823" sldId="4533"/>
            <ac:graphicFrameMk id="9" creationId="{A2D6DBAB-4F42-932F-1E10-BE51B7CCBF9A}"/>
          </ac:graphicFrameMkLst>
        </pc:graphicFrameChg>
      </pc:sldChg>
      <pc:sldChg chg="delSp modSp mod">
        <pc:chgData name="Marie-Claude Trudel" userId="e09e5fd0-69eb-4066-ab3a-d45a4373e80c" providerId="ADAL" clId="{B5DE319A-E534-44C9-BD5A-853721C828A0}" dt="2026-09-18T11:28:12.312" v="383" actId="6549"/>
        <pc:sldMkLst>
          <pc:docMk/>
          <pc:sldMk cId="4236419990" sldId="4539"/>
        </pc:sldMkLst>
        <pc:spChg chg="mod">
          <ac:chgData name="Marie-Claude Trudel" userId="e09e5fd0-69eb-4066-ab3a-d45a4373e80c" providerId="ADAL" clId="{B5DE319A-E534-44C9-BD5A-853721C828A0}" dt="2026-09-18T11:28:12.312" v="383" actId="6549"/>
          <ac:spMkLst>
            <pc:docMk/>
            <pc:sldMk cId="4236419990" sldId="4539"/>
            <ac:spMk id="3" creationId="{29A9FB0C-7A3D-EEDC-906D-ED8DF6E7A7B1}"/>
          </ac:spMkLst>
        </pc:spChg>
      </pc:sldChg>
      <pc:sldChg chg="delSp modSp mod">
        <pc:chgData name="Marie-Claude Trudel" userId="e09e5fd0-69eb-4066-ab3a-d45a4373e80c" providerId="ADAL" clId="{B5DE319A-E534-44C9-BD5A-853721C828A0}" dt="2026-09-18T11:29:12.647" v="394" actId="478"/>
        <pc:sldMkLst>
          <pc:docMk/>
          <pc:sldMk cId="1849009319" sldId="4541"/>
        </pc:sldMkLst>
        <pc:spChg chg="mod">
          <ac:chgData name="Marie-Claude Trudel" userId="e09e5fd0-69eb-4066-ab3a-d45a4373e80c" providerId="ADAL" clId="{B5DE319A-E534-44C9-BD5A-853721C828A0}" dt="2026-09-18T11:29:08.626" v="392" actId="20577"/>
          <ac:spMkLst>
            <pc:docMk/>
            <pc:sldMk cId="1849009319" sldId="4541"/>
            <ac:spMk id="2" creationId="{FB3E3C3A-38D2-85FE-0D5B-3A3ECB646E4E}"/>
          </ac:spMkLst>
        </pc:spChg>
      </pc:sldChg>
      <pc:sldChg chg="delSp mod">
        <pc:chgData name="Marie-Claude Trudel" userId="e09e5fd0-69eb-4066-ab3a-d45a4373e80c" providerId="ADAL" clId="{B5DE319A-E534-44C9-BD5A-853721C828A0}" dt="2026-09-18T11:30:14.700" v="414" actId="478"/>
        <pc:sldMkLst>
          <pc:docMk/>
          <pc:sldMk cId="1914159178" sldId="4542"/>
        </pc:sldMkLst>
      </pc:sldChg>
      <pc:sldChg chg="delSp mod">
        <pc:chgData name="Marie-Claude Trudel" userId="e09e5fd0-69eb-4066-ab3a-d45a4373e80c" providerId="ADAL" clId="{B5DE319A-E534-44C9-BD5A-853721C828A0}" dt="2026-09-18T11:28:28.734" v="385" actId="478"/>
        <pc:sldMkLst>
          <pc:docMk/>
          <pc:sldMk cId="1443177328" sldId="4557"/>
        </pc:sldMkLst>
      </pc:sldChg>
      <pc:sldChg chg="delSp modSp mod modAnim">
        <pc:chgData name="Marie-Claude Trudel" userId="e09e5fd0-69eb-4066-ab3a-d45a4373e80c" providerId="ADAL" clId="{B5DE319A-E534-44C9-BD5A-853721C828A0}" dt="2026-09-18T11:26:52.696" v="367" actId="20577"/>
        <pc:sldMkLst>
          <pc:docMk/>
          <pc:sldMk cId="2510281364" sldId="4558"/>
        </pc:sldMkLst>
        <pc:spChg chg="mod">
          <ac:chgData name="Marie-Claude Trudel" userId="e09e5fd0-69eb-4066-ab3a-d45a4373e80c" providerId="ADAL" clId="{B5DE319A-E534-44C9-BD5A-853721C828A0}" dt="2026-09-18T11:26:52.696" v="367" actId="20577"/>
          <ac:spMkLst>
            <pc:docMk/>
            <pc:sldMk cId="2510281364" sldId="4558"/>
            <ac:spMk id="2" creationId="{180F9874-3E1D-ED67-A9F9-031E3767AED1}"/>
          </ac:spMkLst>
        </pc:spChg>
      </pc:sldChg>
      <pc:sldChg chg="modSp mod">
        <pc:chgData name="Marie-Claude Trudel" userId="e09e5fd0-69eb-4066-ab3a-d45a4373e80c" providerId="ADAL" clId="{B5DE319A-E534-44C9-BD5A-853721C828A0}" dt="2026-09-18T11:04:55.253" v="228" actId="20577"/>
        <pc:sldMkLst>
          <pc:docMk/>
          <pc:sldMk cId="2229013367" sldId="4559"/>
        </pc:sldMkLst>
        <pc:spChg chg="mod">
          <ac:chgData name="Marie-Claude Trudel" userId="e09e5fd0-69eb-4066-ab3a-d45a4373e80c" providerId="ADAL" clId="{B5DE319A-E534-44C9-BD5A-853721C828A0}" dt="2026-09-18T11:04:55.253" v="228" actId="20577"/>
          <ac:spMkLst>
            <pc:docMk/>
            <pc:sldMk cId="2229013367" sldId="4559"/>
            <ac:spMk id="3" creationId="{6A33DA8B-1E7B-3CE9-7B93-7AFCDFBBD883}"/>
          </ac:spMkLst>
        </pc:spChg>
      </pc:sldChg>
      <pc:sldChg chg="delSp modSp mod modAnim">
        <pc:chgData name="Marie-Claude Trudel" userId="e09e5fd0-69eb-4066-ab3a-d45a4373e80c" providerId="ADAL" clId="{B5DE319A-E534-44C9-BD5A-853721C828A0}" dt="2026-09-18T11:27:41.820" v="377" actId="6549"/>
        <pc:sldMkLst>
          <pc:docMk/>
          <pc:sldMk cId="133077642" sldId="4560"/>
        </pc:sldMkLst>
        <pc:spChg chg="mod">
          <ac:chgData name="Marie-Claude Trudel" userId="e09e5fd0-69eb-4066-ab3a-d45a4373e80c" providerId="ADAL" clId="{B5DE319A-E534-44C9-BD5A-853721C828A0}" dt="2026-09-18T11:27:41.820" v="377" actId="6549"/>
          <ac:spMkLst>
            <pc:docMk/>
            <pc:sldMk cId="133077642" sldId="4560"/>
            <ac:spMk id="3" creationId="{45DB94DE-25BA-E675-CD56-48BC3E6872B0}"/>
          </ac:spMkLst>
        </pc:spChg>
      </pc:sldChg>
      <pc:sldChg chg="delSp modSp mod delAnim modAnim">
        <pc:chgData name="Marie-Claude Trudel" userId="e09e5fd0-69eb-4066-ab3a-d45a4373e80c" providerId="ADAL" clId="{B5DE319A-E534-44C9-BD5A-853721C828A0}" dt="2026-09-18T11:27:01" v="370" actId="20577"/>
        <pc:sldMkLst>
          <pc:docMk/>
          <pc:sldMk cId="826652775" sldId="4561"/>
        </pc:sldMkLst>
        <pc:spChg chg="mod">
          <ac:chgData name="Marie-Claude Trudel" userId="e09e5fd0-69eb-4066-ab3a-d45a4373e80c" providerId="ADAL" clId="{B5DE319A-E534-44C9-BD5A-853721C828A0}" dt="2026-09-18T11:27:01" v="370" actId="20577"/>
          <ac:spMkLst>
            <pc:docMk/>
            <pc:sldMk cId="826652775" sldId="4561"/>
            <ac:spMk id="3" creationId="{A8C31571-BF63-F7D5-4D7A-E1630CDFC8AA}"/>
          </ac:spMkLst>
        </pc:spChg>
      </pc:sldChg>
      <pc:sldChg chg="delSp modSp mod modAnim">
        <pc:chgData name="Marie-Claude Trudel" userId="e09e5fd0-69eb-4066-ab3a-d45a4373e80c" providerId="ADAL" clId="{B5DE319A-E534-44C9-BD5A-853721C828A0}" dt="2026-09-18T11:25:47.313" v="357" actId="20577"/>
        <pc:sldMkLst>
          <pc:docMk/>
          <pc:sldMk cId="1559094816" sldId="4562"/>
        </pc:sldMkLst>
        <pc:spChg chg="mod">
          <ac:chgData name="Marie-Claude Trudel" userId="e09e5fd0-69eb-4066-ab3a-d45a4373e80c" providerId="ADAL" clId="{B5DE319A-E534-44C9-BD5A-853721C828A0}" dt="2026-09-18T11:25:47.313" v="357" actId="20577"/>
          <ac:spMkLst>
            <pc:docMk/>
            <pc:sldMk cId="1559094816" sldId="4562"/>
            <ac:spMk id="3" creationId="{D90DD0CC-AE0D-DF06-566C-677F53F92E98}"/>
          </ac:spMkLst>
        </pc:spChg>
      </pc:sldChg>
      <pc:sldChg chg="addSp delSp modSp mod">
        <pc:chgData name="Marie-Claude Trudel" userId="e09e5fd0-69eb-4066-ab3a-d45a4373e80c" providerId="ADAL" clId="{B5DE319A-E534-44C9-BD5A-853721C828A0}" dt="2026-09-18T11:26:43.963" v="365" actId="478"/>
        <pc:sldMkLst>
          <pc:docMk/>
          <pc:sldMk cId="2218071318" sldId="4564"/>
        </pc:sldMkLst>
        <pc:spChg chg="mod">
          <ac:chgData name="Marie-Claude Trudel" userId="e09e5fd0-69eb-4066-ab3a-d45a4373e80c" providerId="ADAL" clId="{B5DE319A-E534-44C9-BD5A-853721C828A0}" dt="2026-09-18T11:26:29.233" v="361" actId="20577"/>
          <ac:spMkLst>
            <pc:docMk/>
            <pc:sldMk cId="2218071318" sldId="4564"/>
            <ac:spMk id="2" creationId="{EDEDFF0B-7E81-107A-F6AF-C42F92A96B9D}"/>
          </ac:spMkLst>
        </pc:spChg>
        <pc:spChg chg="add del">
          <ac:chgData name="Marie-Claude Trudel" userId="e09e5fd0-69eb-4066-ab3a-d45a4373e80c" providerId="ADAL" clId="{B5DE319A-E534-44C9-BD5A-853721C828A0}" dt="2026-09-18T11:26:38.298" v="363" actId="478"/>
          <ac:spMkLst>
            <pc:docMk/>
            <pc:sldMk cId="2218071318" sldId="4564"/>
            <ac:spMk id="3" creationId="{1FE8A04E-953F-5C5F-12A7-2CEBAD80442E}"/>
          </ac:spMkLst>
        </pc:spChg>
      </pc:sldChg>
      <pc:sldChg chg="delSp modSp mod">
        <pc:chgData name="Marie-Claude Trudel" userId="e09e5fd0-69eb-4066-ab3a-d45a4373e80c" providerId="ADAL" clId="{B5DE319A-E534-44C9-BD5A-853721C828A0}" dt="2026-09-18T11:28:59.311" v="388" actId="242"/>
        <pc:sldMkLst>
          <pc:docMk/>
          <pc:sldMk cId="969151881" sldId="4565"/>
        </pc:sldMkLst>
        <pc:spChg chg="mod ord">
          <ac:chgData name="Marie-Claude Trudel" userId="e09e5fd0-69eb-4066-ab3a-d45a4373e80c" providerId="ADAL" clId="{B5DE319A-E534-44C9-BD5A-853721C828A0}" dt="2026-09-18T11:28:59.311" v="388" actId="242"/>
          <ac:spMkLst>
            <pc:docMk/>
            <pc:sldMk cId="969151881" sldId="4565"/>
            <ac:spMk id="3" creationId="{73F7851F-D63B-0FCC-DC2F-AB0705019ED6}"/>
          </ac:spMkLst>
        </pc:spChg>
        <pc:picChg chg="mod">
          <ac:chgData name="Marie-Claude Trudel" userId="e09e5fd0-69eb-4066-ab3a-d45a4373e80c" providerId="ADAL" clId="{B5DE319A-E534-44C9-BD5A-853721C828A0}" dt="2026-09-16T18:43:50.760" v="220" actId="1038"/>
          <ac:picMkLst>
            <pc:docMk/>
            <pc:sldMk cId="969151881" sldId="4565"/>
            <ac:picMk id="1026" creationId="{9DCDB080-432F-9C27-D97E-A9F32C8E544F}"/>
          </ac:picMkLst>
        </pc:picChg>
      </pc:sldChg>
      <pc:sldChg chg="delSp modSp mod">
        <pc:chgData name="Marie-Claude Trudel" userId="e09e5fd0-69eb-4066-ab3a-d45a4373e80c" providerId="ADAL" clId="{B5DE319A-E534-44C9-BD5A-853721C828A0}" dt="2026-09-18T11:29:21.288" v="398" actId="478"/>
        <pc:sldMkLst>
          <pc:docMk/>
          <pc:sldMk cId="790812005" sldId="4567"/>
        </pc:sldMkLst>
        <pc:spChg chg="mod">
          <ac:chgData name="Marie-Claude Trudel" userId="e09e5fd0-69eb-4066-ab3a-d45a4373e80c" providerId="ADAL" clId="{B5DE319A-E534-44C9-BD5A-853721C828A0}" dt="2026-09-18T11:29:19.520" v="397" actId="20577"/>
          <ac:spMkLst>
            <pc:docMk/>
            <pc:sldMk cId="790812005" sldId="4567"/>
            <ac:spMk id="2" creationId="{6533B059-9DF4-0801-C30E-05AE5A561084}"/>
          </ac:spMkLst>
        </pc:spChg>
      </pc:sldChg>
      <pc:sldChg chg="addSp delSp modSp mod">
        <pc:chgData name="Marie-Claude Trudel" userId="e09e5fd0-69eb-4066-ab3a-d45a4373e80c" providerId="ADAL" clId="{B5DE319A-E534-44C9-BD5A-853721C828A0}" dt="2026-09-16T10:39:53.727" v="36"/>
        <pc:sldMkLst>
          <pc:docMk/>
          <pc:sldMk cId="2957906829" sldId="4579"/>
        </pc:sldMkLst>
        <pc:spChg chg="mod">
          <ac:chgData name="Marie-Claude Trudel" userId="e09e5fd0-69eb-4066-ab3a-d45a4373e80c" providerId="ADAL" clId="{B5DE319A-E534-44C9-BD5A-853721C828A0}" dt="2026-09-16T10:39:37.133" v="34"/>
          <ac:spMkLst>
            <pc:docMk/>
            <pc:sldMk cId="2957906829" sldId="4579"/>
            <ac:spMk id="3" creationId="{33878294-E9C0-BE7D-7D1D-C6809DDA4639}"/>
          </ac:spMkLst>
        </pc:spChg>
        <pc:spChg chg="add mod">
          <ac:chgData name="Marie-Claude Trudel" userId="e09e5fd0-69eb-4066-ab3a-d45a4373e80c" providerId="ADAL" clId="{B5DE319A-E534-44C9-BD5A-853721C828A0}" dt="2026-09-16T10:39:53.727" v="36"/>
          <ac:spMkLst>
            <pc:docMk/>
            <pc:sldMk cId="2957906829" sldId="4579"/>
            <ac:spMk id="10" creationId="{529EE620-6BEB-9A97-963D-363D395D0DE5}"/>
          </ac:spMkLst>
        </pc:spChg>
        <pc:picChg chg="add mod">
          <ac:chgData name="Marie-Claude Trudel" userId="e09e5fd0-69eb-4066-ab3a-d45a4373e80c" providerId="ADAL" clId="{B5DE319A-E534-44C9-BD5A-853721C828A0}" dt="2026-09-16T10:39:53.727" v="36"/>
          <ac:picMkLst>
            <pc:docMk/>
            <pc:sldMk cId="2957906829" sldId="4579"/>
            <ac:picMk id="7" creationId="{1AF682FB-25BA-EC3B-09F2-84E0555E567D}"/>
          </ac:picMkLst>
        </pc:picChg>
      </pc:sldChg>
      <pc:sldChg chg="delSp modSp mod delAnim">
        <pc:chgData name="Marie-Claude Trudel" userId="e09e5fd0-69eb-4066-ab3a-d45a4373e80c" providerId="ADAL" clId="{B5DE319A-E534-44C9-BD5A-853721C828A0}" dt="2026-09-18T11:27:15.170" v="374" actId="478"/>
        <pc:sldMkLst>
          <pc:docMk/>
          <pc:sldMk cId="3869130850" sldId="4582"/>
        </pc:sldMkLst>
        <pc:spChg chg="mod">
          <ac:chgData name="Marie-Claude Trudel" userId="e09e5fd0-69eb-4066-ab3a-d45a4373e80c" providerId="ADAL" clId="{B5DE319A-E534-44C9-BD5A-853721C828A0}" dt="2026-09-18T11:27:12.568" v="373" actId="20577"/>
          <ac:spMkLst>
            <pc:docMk/>
            <pc:sldMk cId="3869130850" sldId="4582"/>
            <ac:spMk id="2" creationId="{50BC7636-3624-C809-1578-5C06F8EBBDFC}"/>
          </ac:spMkLst>
        </pc:spChg>
      </pc:sldChg>
      <pc:sldChg chg="delSp modSp mod">
        <pc:chgData name="Marie-Claude Trudel" userId="e09e5fd0-69eb-4066-ab3a-d45a4373e80c" providerId="ADAL" clId="{B5DE319A-E534-44C9-BD5A-853721C828A0}" dt="2026-09-18T11:27:46.252" v="378" actId="478"/>
        <pc:sldMkLst>
          <pc:docMk/>
          <pc:sldMk cId="4152695810" sldId="4583"/>
        </pc:sldMkLst>
      </pc:sldChg>
      <pc:sldChg chg="delSp mod">
        <pc:chgData name="Marie-Claude Trudel" userId="e09e5fd0-69eb-4066-ab3a-d45a4373e80c" providerId="ADAL" clId="{B5DE319A-E534-44C9-BD5A-853721C828A0}" dt="2026-09-18T11:28:00.479" v="379" actId="478"/>
        <pc:sldMkLst>
          <pc:docMk/>
          <pc:sldMk cId="664107561" sldId="4584"/>
        </pc:sldMkLst>
      </pc:sldChg>
      <pc:sldChg chg="modSp mod">
        <pc:chgData name="Marie-Claude Trudel" userId="e09e5fd0-69eb-4066-ab3a-d45a4373e80c" providerId="ADAL" clId="{B5DE319A-E534-44C9-BD5A-853721C828A0}" dt="2026-09-18T11:11:18.064" v="262" actId="20577"/>
        <pc:sldMkLst>
          <pc:docMk/>
          <pc:sldMk cId="759382189" sldId="4587"/>
        </pc:sldMkLst>
        <pc:spChg chg="mod">
          <ac:chgData name="Marie-Claude Trudel" userId="e09e5fd0-69eb-4066-ab3a-d45a4373e80c" providerId="ADAL" clId="{B5DE319A-E534-44C9-BD5A-853721C828A0}" dt="2026-09-18T11:11:18.064" v="262" actId="20577"/>
          <ac:spMkLst>
            <pc:docMk/>
            <pc:sldMk cId="759382189" sldId="4587"/>
            <ac:spMk id="3" creationId="{D9C19DC8-CF74-379F-2648-1D2AF166CD40}"/>
          </ac:spMkLst>
        </pc:spChg>
      </pc:sldChg>
      <pc:sldChg chg="delSp modSp mod">
        <pc:chgData name="Marie-Claude Trudel" userId="e09e5fd0-69eb-4066-ab3a-d45a4373e80c" providerId="ADAL" clId="{B5DE319A-E534-44C9-BD5A-853721C828A0}" dt="2026-09-18T11:29:37.130" v="404" actId="20577"/>
        <pc:sldMkLst>
          <pc:docMk/>
          <pc:sldMk cId="1843792342" sldId="4588"/>
        </pc:sldMkLst>
        <pc:spChg chg="mod">
          <ac:chgData name="Marie-Claude Trudel" userId="e09e5fd0-69eb-4066-ab3a-d45a4373e80c" providerId="ADAL" clId="{B5DE319A-E534-44C9-BD5A-853721C828A0}" dt="2026-09-18T11:29:37.130" v="404" actId="20577"/>
          <ac:spMkLst>
            <pc:docMk/>
            <pc:sldMk cId="1843792342" sldId="4588"/>
            <ac:spMk id="3" creationId="{88F97A49-ABE7-450F-F39F-363A98694A07}"/>
          </ac:spMkLst>
        </pc:spChg>
      </pc:sldChg>
      <pc:sldChg chg="delSp mod delAnim">
        <pc:chgData name="Marie-Claude Trudel" userId="e09e5fd0-69eb-4066-ab3a-d45a4373e80c" providerId="ADAL" clId="{B5DE319A-E534-44C9-BD5A-853721C828A0}" dt="2026-09-18T11:29:48.965" v="406" actId="478"/>
        <pc:sldMkLst>
          <pc:docMk/>
          <pc:sldMk cId="1315657215" sldId="4589"/>
        </pc:sldMkLst>
      </pc:sldChg>
      <pc:sldChg chg="modSp mod">
        <pc:chgData name="Marie-Claude Trudel" userId="e09e5fd0-69eb-4066-ab3a-d45a4373e80c" providerId="ADAL" clId="{B5DE319A-E534-44C9-BD5A-853721C828A0}" dt="2026-09-18T11:09:12.079" v="256" actId="20577"/>
        <pc:sldMkLst>
          <pc:docMk/>
          <pc:sldMk cId="3192164601" sldId="4605"/>
        </pc:sldMkLst>
        <pc:spChg chg="mod">
          <ac:chgData name="Marie-Claude Trudel" userId="e09e5fd0-69eb-4066-ab3a-d45a4373e80c" providerId="ADAL" clId="{B5DE319A-E534-44C9-BD5A-853721C828A0}" dt="2026-09-18T11:09:12.079" v="256" actId="20577"/>
          <ac:spMkLst>
            <pc:docMk/>
            <pc:sldMk cId="3192164601" sldId="4605"/>
            <ac:spMk id="3" creationId="{03776056-125F-DDE3-8E44-9EABCA3831D3}"/>
          </ac:spMkLst>
        </pc:spChg>
        <pc:picChg chg="mod">
          <ac:chgData name="Marie-Claude Trudel" userId="e09e5fd0-69eb-4066-ab3a-d45a4373e80c" providerId="ADAL" clId="{B5DE319A-E534-44C9-BD5A-853721C828A0}" dt="2026-09-16T18:40:35.732" v="196" actId="14826"/>
          <ac:picMkLst>
            <pc:docMk/>
            <pc:sldMk cId="3192164601" sldId="4605"/>
            <ac:picMk id="5" creationId="{7BD02648-DCFD-2E32-676F-959B79F07225}"/>
          </ac:picMkLst>
        </pc:picChg>
      </pc:sldChg>
      <pc:sldChg chg="delSp modSp mod">
        <pc:chgData name="Marie-Claude Trudel" userId="e09e5fd0-69eb-4066-ab3a-d45a4373e80c" providerId="ADAL" clId="{B5DE319A-E534-44C9-BD5A-853721C828A0}" dt="2026-09-18T11:29:58.634" v="412" actId="20577"/>
        <pc:sldMkLst>
          <pc:docMk/>
          <pc:sldMk cId="502529609" sldId="4607"/>
        </pc:sldMkLst>
        <pc:spChg chg="mod">
          <ac:chgData name="Marie-Claude Trudel" userId="e09e5fd0-69eb-4066-ab3a-d45a4373e80c" providerId="ADAL" clId="{B5DE319A-E534-44C9-BD5A-853721C828A0}" dt="2026-09-18T11:29:58.634" v="412" actId="20577"/>
          <ac:spMkLst>
            <pc:docMk/>
            <pc:sldMk cId="502529609" sldId="4607"/>
            <ac:spMk id="2" creationId="{EA5D7687-F9FD-544A-0F55-266D9EFD34F0}"/>
          </ac:spMkLst>
        </pc:spChg>
      </pc:sldChg>
      <pc:sldChg chg="delSp mod">
        <pc:chgData name="Marie-Claude Trudel" userId="e09e5fd0-69eb-4066-ab3a-d45a4373e80c" providerId="ADAL" clId="{B5DE319A-E534-44C9-BD5A-853721C828A0}" dt="2026-09-18T11:30:19.214" v="419" actId="478"/>
        <pc:sldMkLst>
          <pc:docMk/>
          <pc:sldMk cId="1772404301" sldId="4608"/>
        </pc:sldMkLst>
      </pc:sldChg>
      <pc:sldChg chg="modSp">
        <pc:chgData name="Marie-Claude Trudel" userId="e09e5fd0-69eb-4066-ab3a-d45a4373e80c" providerId="ADAL" clId="{B5DE319A-E534-44C9-BD5A-853721C828A0}" dt="2026-09-18T11:17:25.655" v="278"/>
        <pc:sldMkLst>
          <pc:docMk/>
          <pc:sldMk cId="947178624" sldId="4619"/>
        </pc:sldMkLst>
        <pc:spChg chg="mod">
          <ac:chgData name="Marie-Claude Trudel" userId="e09e5fd0-69eb-4066-ab3a-d45a4373e80c" providerId="ADAL" clId="{B5DE319A-E534-44C9-BD5A-853721C828A0}" dt="2026-09-18T11:17:25.655" v="278"/>
          <ac:spMkLst>
            <pc:docMk/>
            <pc:sldMk cId="947178624" sldId="4619"/>
            <ac:spMk id="3" creationId="{1612F8D5-956B-C11D-3FF7-6AE07CD54F4C}"/>
          </ac:spMkLst>
        </pc:spChg>
      </pc:sldChg>
      <pc:sldChg chg="modSp mod">
        <pc:chgData name="Marie-Claude Trudel" userId="e09e5fd0-69eb-4066-ab3a-d45a4373e80c" providerId="ADAL" clId="{B5DE319A-E534-44C9-BD5A-853721C828A0}" dt="2026-09-18T11:00:43.256" v="221" actId="20577"/>
        <pc:sldMkLst>
          <pc:docMk/>
          <pc:sldMk cId="423311458" sldId="4621"/>
        </pc:sldMkLst>
        <pc:spChg chg="mod">
          <ac:chgData name="Marie-Claude Trudel" userId="e09e5fd0-69eb-4066-ab3a-d45a4373e80c" providerId="ADAL" clId="{B5DE319A-E534-44C9-BD5A-853721C828A0}" dt="2026-09-18T11:00:43.256" v="221" actId="20577"/>
          <ac:spMkLst>
            <pc:docMk/>
            <pc:sldMk cId="423311458" sldId="4621"/>
            <ac:spMk id="2" creationId="{E2F0E351-8AA6-9901-D332-F7D8FE92DA2D}"/>
          </ac:spMkLst>
        </pc:spChg>
      </pc:sldChg>
      <pc:sldChg chg="modSp mod">
        <pc:chgData name="Marie-Claude Trudel" userId="e09e5fd0-69eb-4066-ab3a-d45a4373e80c" providerId="ADAL" clId="{B5DE319A-E534-44C9-BD5A-853721C828A0}" dt="2026-09-18T11:14:05.541" v="277" actId="20577"/>
        <pc:sldMkLst>
          <pc:docMk/>
          <pc:sldMk cId="0" sldId="4622"/>
        </pc:sldMkLst>
        <pc:spChg chg="mod">
          <ac:chgData name="Marie-Claude Trudel" userId="e09e5fd0-69eb-4066-ab3a-d45a4373e80c" providerId="ADAL" clId="{B5DE319A-E534-44C9-BD5A-853721C828A0}" dt="2026-09-18T11:14:05.541" v="277" actId="20577"/>
          <ac:spMkLst>
            <pc:docMk/>
            <pc:sldMk cId="0" sldId="4622"/>
            <ac:spMk id="6" creationId="{8486272A-26ED-6FC3-2EA5-565D0CB49479}"/>
          </ac:spMkLst>
        </pc:spChg>
      </pc:sldChg>
      <pc:sldChg chg="modSp mod">
        <pc:chgData name="Marie-Claude Trudel" userId="e09e5fd0-69eb-4066-ab3a-d45a4373e80c" providerId="ADAL" clId="{B5DE319A-E534-44C9-BD5A-853721C828A0}" dt="2026-09-18T11:12:49.838" v="272" actId="20577"/>
        <pc:sldMkLst>
          <pc:docMk/>
          <pc:sldMk cId="4244233883" sldId="4625"/>
        </pc:sldMkLst>
        <pc:spChg chg="mod">
          <ac:chgData name="Marie-Claude Trudel" userId="e09e5fd0-69eb-4066-ab3a-d45a4373e80c" providerId="ADAL" clId="{B5DE319A-E534-44C9-BD5A-853721C828A0}" dt="2026-09-18T11:11:45.496" v="264" actId="20577"/>
          <ac:spMkLst>
            <pc:docMk/>
            <pc:sldMk cId="4244233883" sldId="4625"/>
            <ac:spMk id="7" creationId="{48CCC9B7-F4EF-59A2-0C9D-AF2F5BB1F72E}"/>
          </ac:spMkLst>
        </pc:spChg>
        <pc:spChg chg="mod">
          <ac:chgData name="Marie-Claude Trudel" userId="e09e5fd0-69eb-4066-ab3a-d45a4373e80c" providerId="ADAL" clId="{B5DE319A-E534-44C9-BD5A-853721C828A0}" dt="2026-09-18T11:12:10.046" v="269" actId="20577"/>
          <ac:spMkLst>
            <pc:docMk/>
            <pc:sldMk cId="4244233883" sldId="4625"/>
            <ac:spMk id="8" creationId="{57E938F5-3FB8-1EFC-732C-DFC353858BCC}"/>
          </ac:spMkLst>
        </pc:spChg>
        <pc:spChg chg="mod">
          <ac:chgData name="Marie-Claude Trudel" userId="e09e5fd0-69eb-4066-ab3a-d45a4373e80c" providerId="ADAL" clId="{B5DE319A-E534-44C9-BD5A-853721C828A0}" dt="2026-09-18T11:12:49.838" v="272" actId="20577"/>
          <ac:spMkLst>
            <pc:docMk/>
            <pc:sldMk cId="4244233883" sldId="4625"/>
            <ac:spMk id="9" creationId="{77AD9F82-E64B-539A-35AB-D57D4034C349}"/>
          </ac:spMkLst>
        </pc:spChg>
      </pc:sldChg>
      <pc:sldChg chg="modSp mod">
        <pc:chgData name="Marie-Claude Trudel" userId="e09e5fd0-69eb-4066-ab3a-d45a4373e80c" providerId="ADAL" clId="{B5DE319A-E534-44C9-BD5A-853721C828A0}" dt="2026-09-21T10:15:24.716" v="420"/>
        <pc:sldMkLst>
          <pc:docMk/>
          <pc:sldMk cId="141650406" sldId="4628"/>
        </pc:sldMkLst>
        <pc:spChg chg="mod">
          <ac:chgData name="Marie-Claude Trudel" userId="e09e5fd0-69eb-4066-ab3a-d45a4373e80c" providerId="ADAL" clId="{B5DE319A-E534-44C9-BD5A-853721C828A0}" dt="2026-09-18T11:19:09.554" v="353" actId="20577"/>
          <ac:spMkLst>
            <pc:docMk/>
            <pc:sldMk cId="141650406" sldId="4628"/>
            <ac:spMk id="2" creationId="{23782FEE-510D-E102-F32C-67DDBD456A96}"/>
          </ac:spMkLst>
        </pc:spChg>
        <pc:spChg chg="mod">
          <ac:chgData name="Marie-Claude Trudel" userId="e09e5fd0-69eb-4066-ab3a-d45a4373e80c" providerId="ADAL" clId="{B5DE319A-E534-44C9-BD5A-853721C828A0}" dt="2026-09-21T10:15:24.716" v="420"/>
          <ac:spMkLst>
            <pc:docMk/>
            <pc:sldMk cId="141650406" sldId="4628"/>
            <ac:spMk id="3" creationId="{8D422137-88C5-AE88-012F-3B1B6A2BF5F8}"/>
          </ac:spMkLst>
        </pc:spChg>
      </pc:sldChg>
      <pc:sldChg chg="modSp mod">
        <pc:chgData name="Marie-Claude Trudel" userId="e09e5fd0-69eb-4066-ab3a-d45a4373e80c" providerId="ADAL" clId="{B5DE319A-E534-44C9-BD5A-853721C828A0}" dt="2026-09-18T11:19:28.393" v="354" actId="20577"/>
        <pc:sldMkLst>
          <pc:docMk/>
          <pc:sldMk cId="2866336526" sldId="4629"/>
        </pc:sldMkLst>
        <pc:spChg chg="mod">
          <ac:chgData name="Marie-Claude Trudel" userId="e09e5fd0-69eb-4066-ab3a-d45a4373e80c" providerId="ADAL" clId="{B5DE319A-E534-44C9-BD5A-853721C828A0}" dt="2026-09-18T11:19:28.393" v="354" actId="20577"/>
          <ac:spMkLst>
            <pc:docMk/>
            <pc:sldMk cId="2866336526" sldId="4629"/>
            <ac:spMk id="3" creationId="{45E7FBA7-FBB4-3444-4890-96E34C17116C}"/>
          </ac:spMkLst>
        </pc:spChg>
      </pc:sldChg>
      <pc:sldChg chg="modSp mod">
        <pc:chgData name="Marie-Claude Trudel" userId="e09e5fd0-69eb-4066-ab3a-d45a4373e80c" providerId="ADAL" clId="{B5DE319A-E534-44C9-BD5A-853721C828A0}" dt="2026-09-21T10:25:06.857" v="422" actId="12"/>
        <pc:sldMkLst>
          <pc:docMk/>
          <pc:sldMk cId="235994898" sldId="4632"/>
        </pc:sldMkLst>
        <pc:spChg chg="mod">
          <ac:chgData name="Marie-Claude Trudel" userId="e09e5fd0-69eb-4066-ab3a-d45a4373e80c" providerId="ADAL" clId="{B5DE319A-E534-44C9-BD5A-853721C828A0}" dt="2026-09-21T10:25:06.857" v="422" actId="12"/>
          <ac:spMkLst>
            <pc:docMk/>
            <pc:sldMk cId="235994898" sldId="4632"/>
            <ac:spMk id="2" creationId="{C1D33040-5B82-C0D0-51AA-700F516D42D5}"/>
          </ac:spMkLst>
        </pc:spChg>
      </pc:sldChg>
      <pc:sldChg chg="modSp mod">
        <pc:chgData name="Marie-Claude Trudel" userId="e09e5fd0-69eb-4066-ab3a-d45a4373e80c" providerId="ADAL" clId="{B5DE319A-E534-44C9-BD5A-853721C828A0}" dt="2026-09-18T11:07:16.961" v="234" actId="20577"/>
        <pc:sldMkLst>
          <pc:docMk/>
          <pc:sldMk cId="724472650" sldId="4633"/>
        </pc:sldMkLst>
        <pc:spChg chg="mod">
          <ac:chgData name="Marie-Claude Trudel" userId="e09e5fd0-69eb-4066-ab3a-d45a4373e80c" providerId="ADAL" clId="{B5DE319A-E534-44C9-BD5A-853721C828A0}" dt="2026-09-18T11:07:16.961" v="234" actId="20577"/>
          <ac:spMkLst>
            <pc:docMk/>
            <pc:sldMk cId="724472650" sldId="4633"/>
            <ac:spMk id="2" creationId="{BBE7C635-35A6-C828-10BD-9EE78FA0C890}"/>
          </ac:spMkLst>
        </pc:spChg>
      </pc:sldChg>
      <pc:sldChg chg="modSp mod">
        <pc:chgData name="Marie-Claude Trudel" userId="e09e5fd0-69eb-4066-ab3a-d45a4373e80c" providerId="ADAL" clId="{B5DE319A-E534-44C9-BD5A-853721C828A0}" dt="2026-09-18T11:20:03.191" v="355" actId="20577"/>
        <pc:sldMkLst>
          <pc:docMk/>
          <pc:sldMk cId="1287967628" sldId="4640"/>
        </pc:sldMkLst>
        <pc:spChg chg="mod">
          <ac:chgData name="Marie-Claude Trudel" userId="e09e5fd0-69eb-4066-ab3a-d45a4373e80c" providerId="ADAL" clId="{B5DE319A-E534-44C9-BD5A-853721C828A0}" dt="2026-09-18T11:20:03.191" v="355" actId="20577"/>
          <ac:spMkLst>
            <pc:docMk/>
            <pc:sldMk cId="1287967628" sldId="4640"/>
            <ac:spMk id="3" creationId="{94158EA1-4D6C-6B6E-E8E4-2D81A0EC7A6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DCC87F-961E-4DF8-B92D-75C80AE4CE4F}"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fr-CA"/>
        </a:p>
      </dgm:t>
    </dgm:pt>
    <dgm:pt modelId="{8A1DF76F-BB6E-479A-B791-12AA1D3E9567}">
      <dgm:prSet phldrT="[Texte]" custT="1"/>
      <dgm:spPr>
        <a:solidFill>
          <a:schemeClr val="tx2">
            <a:lumMod val="10000"/>
            <a:lumOff val="90000"/>
          </a:schemeClr>
        </a:solidFill>
        <a:ln>
          <a:noFill/>
        </a:ln>
      </dgm:spPr>
      <dgm:t>
        <a:bodyPr/>
        <a:lstStyle/>
        <a:p>
          <a:r>
            <a:rPr lang="fr-CA" sz="1100" b="1" dirty="0">
              <a:latin typeface="Visby CF Medium" pitchFamily="50" charset="0"/>
            </a:rPr>
            <a:t>1 – À la base d’une transformation numérique réussie : une stratégie et une architecture</a:t>
          </a:r>
        </a:p>
      </dgm:t>
    </dgm:pt>
    <dgm:pt modelId="{80126F50-3606-41B3-BAE8-E1F8859AAE70}" type="parTrans" cxnId="{F6CFD425-31F9-4822-94D5-D1399F625D31}">
      <dgm:prSet/>
      <dgm:spPr/>
      <dgm:t>
        <a:bodyPr/>
        <a:lstStyle/>
        <a:p>
          <a:endParaRPr lang="fr-CA"/>
        </a:p>
      </dgm:t>
    </dgm:pt>
    <dgm:pt modelId="{5C5137A3-B785-40FB-99CC-E60534FB182F}" type="sibTrans" cxnId="{F6CFD425-31F9-4822-94D5-D1399F625D31}">
      <dgm:prSet/>
      <dgm:spPr/>
      <dgm:t>
        <a:bodyPr/>
        <a:lstStyle/>
        <a:p>
          <a:endParaRPr lang="fr-CA"/>
        </a:p>
      </dgm:t>
    </dgm:pt>
    <dgm:pt modelId="{10708408-6D36-4B7D-BEBF-A590AC2B2C93}">
      <dgm:prSet phldrT="[Texte]" custT="1"/>
      <dgm:spPr>
        <a:solidFill>
          <a:schemeClr val="accent3">
            <a:lumMod val="20000"/>
            <a:lumOff val="80000"/>
          </a:schemeClr>
        </a:solidFill>
        <a:ln>
          <a:noFill/>
        </a:ln>
      </dgm:spPr>
      <dgm:t>
        <a:bodyPr/>
        <a:lstStyle/>
        <a:p>
          <a:r>
            <a:rPr lang="fr-CA" sz="1100" b="0" dirty="0">
              <a:latin typeface="Visby CF Medium" pitchFamily="50" charset="0"/>
            </a:rPr>
            <a:t>2 – Au cœur des systèmes d’information : des processus d’affaires</a:t>
          </a:r>
        </a:p>
      </dgm:t>
    </dgm:pt>
    <dgm:pt modelId="{8D2B13C8-5A34-47CA-85F8-9805230B2A3D}" type="parTrans" cxnId="{9B18F61D-CF74-4131-A1F4-2F91F6E40EE5}">
      <dgm:prSet/>
      <dgm:spPr/>
      <dgm:t>
        <a:bodyPr/>
        <a:lstStyle/>
        <a:p>
          <a:endParaRPr lang="fr-CA"/>
        </a:p>
      </dgm:t>
    </dgm:pt>
    <dgm:pt modelId="{9BF9C8D2-D621-4D98-B87C-BF558387DF06}" type="sibTrans" cxnId="{9B18F61D-CF74-4131-A1F4-2F91F6E40EE5}">
      <dgm:prSet/>
      <dgm:spPr/>
      <dgm:t>
        <a:bodyPr/>
        <a:lstStyle/>
        <a:p>
          <a:endParaRPr lang="fr-CA"/>
        </a:p>
      </dgm:t>
    </dgm:pt>
    <dgm:pt modelId="{354638AD-F668-46FD-B66B-13F8AF7906FB}">
      <dgm:prSet phldrT="[Texte]" custT="1"/>
      <dgm:spPr>
        <a:solidFill>
          <a:schemeClr val="accent4">
            <a:lumMod val="20000"/>
            <a:lumOff val="80000"/>
          </a:schemeClr>
        </a:solidFill>
        <a:ln>
          <a:noFill/>
        </a:ln>
      </dgm:spPr>
      <dgm:t>
        <a:bodyPr/>
        <a:lstStyle/>
        <a:p>
          <a:r>
            <a:rPr lang="fr-CA" sz="1100" b="0" dirty="0">
              <a:latin typeface="Visby CF Medium" pitchFamily="50" charset="0"/>
            </a:rPr>
            <a:t>3 – La matière première des systèmes d’information : des données </a:t>
          </a:r>
        </a:p>
      </dgm:t>
    </dgm:pt>
    <dgm:pt modelId="{B748A4E7-66A8-407D-BEB5-1A548C1D9DF5}" type="parTrans" cxnId="{8D247FD2-6E5F-414B-8989-646255A9AB97}">
      <dgm:prSet/>
      <dgm:spPr/>
      <dgm:t>
        <a:bodyPr/>
        <a:lstStyle/>
        <a:p>
          <a:endParaRPr lang="fr-CA"/>
        </a:p>
      </dgm:t>
    </dgm:pt>
    <dgm:pt modelId="{3E98947C-1BAF-4823-A024-236E0B217241}" type="sibTrans" cxnId="{8D247FD2-6E5F-414B-8989-646255A9AB97}">
      <dgm:prSet/>
      <dgm:spPr/>
      <dgm:t>
        <a:bodyPr/>
        <a:lstStyle/>
        <a:p>
          <a:endParaRPr lang="fr-CA"/>
        </a:p>
      </dgm:t>
    </dgm:pt>
    <dgm:pt modelId="{5F77CF9E-BCFD-4325-8E43-7AC3589B6B7E}">
      <dgm:prSet phldrT="[Texte]" custT="1"/>
      <dgm:spPr>
        <a:solidFill>
          <a:schemeClr val="accent5">
            <a:lumMod val="20000"/>
            <a:lumOff val="80000"/>
          </a:schemeClr>
        </a:solidFill>
        <a:ln>
          <a:noFill/>
        </a:ln>
      </dgm:spPr>
      <dgm:t>
        <a:bodyPr/>
        <a:lstStyle/>
        <a:p>
          <a:r>
            <a:rPr lang="fr-CA" sz="1100" b="0" i="0" dirty="0">
              <a:latin typeface="Visby CF Medium" pitchFamily="2" charset="77"/>
            </a:rPr>
            <a:t>4 – Des données aux interfaces : structurer, saisir, gouverner</a:t>
          </a:r>
        </a:p>
      </dgm:t>
    </dgm:pt>
    <dgm:pt modelId="{8896BD91-0238-49C7-8D75-390D6CFA76D8}" type="parTrans" cxnId="{F3F017E9-E228-418B-BF74-FB35BBCFB9A6}">
      <dgm:prSet/>
      <dgm:spPr/>
      <dgm:t>
        <a:bodyPr/>
        <a:lstStyle/>
        <a:p>
          <a:endParaRPr lang="fr-CA"/>
        </a:p>
      </dgm:t>
    </dgm:pt>
    <dgm:pt modelId="{09014239-DABB-4244-993C-4B9885734537}" type="sibTrans" cxnId="{F3F017E9-E228-418B-BF74-FB35BBCFB9A6}">
      <dgm:prSet/>
      <dgm:spPr/>
      <dgm:t>
        <a:bodyPr/>
        <a:lstStyle/>
        <a:p>
          <a:endParaRPr lang="fr-CA"/>
        </a:p>
      </dgm:t>
    </dgm:pt>
    <dgm:pt modelId="{D5A81B6A-B302-4D00-9D9E-EB7D005F070A}">
      <dgm:prSet phldrT="[Texte]" custT="1"/>
      <dgm:spPr>
        <a:solidFill>
          <a:schemeClr val="accent1"/>
        </a:solidFill>
        <a:ln>
          <a:solidFill>
            <a:schemeClr val="accent1"/>
          </a:solidFill>
        </a:ln>
      </dgm:spPr>
      <dgm:t>
        <a:bodyPr/>
        <a:lstStyle/>
        <a:p>
          <a:r>
            <a:rPr lang="fr-CA" sz="1100" b="0" dirty="0">
              <a:solidFill>
                <a:schemeClr val="bg1"/>
              </a:solidFill>
              <a:latin typeface="Visby CF Medium" pitchFamily="50" charset="0"/>
            </a:rPr>
            <a:t>5 – L’utilisation des systèmes d’information : des requêtes simples et des enjeux de cybersécurité</a:t>
          </a:r>
        </a:p>
      </dgm:t>
    </dgm:pt>
    <dgm:pt modelId="{37B01D62-F882-432D-B2B7-DCA8A403C6ED}" type="parTrans" cxnId="{01C45015-D83D-499C-99EC-771F2A57CB2D}">
      <dgm:prSet/>
      <dgm:spPr/>
      <dgm:t>
        <a:bodyPr/>
        <a:lstStyle/>
        <a:p>
          <a:endParaRPr lang="fr-CA"/>
        </a:p>
      </dgm:t>
    </dgm:pt>
    <dgm:pt modelId="{2515C32E-B45F-44AD-8FC5-012A9A23FC26}" type="sibTrans" cxnId="{01C45015-D83D-499C-99EC-771F2A57CB2D}">
      <dgm:prSet/>
      <dgm:spPr/>
      <dgm:t>
        <a:bodyPr/>
        <a:lstStyle/>
        <a:p>
          <a:endParaRPr lang="fr-CA"/>
        </a:p>
      </dgm:t>
    </dgm:pt>
    <dgm:pt modelId="{D88F6FC3-7BDD-42F7-B19F-99B2BCCA3E92}">
      <dgm:prSet phldrT="[Texte]" custT="1"/>
      <dgm:spPr>
        <a:solidFill>
          <a:schemeClr val="accent3"/>
        </a:solidFill>
        <a:ln>
          <a:noFill/>
        </a:ln>
      </dgm:spPr>
      <dgm:t>
        <a:bodyPr/>
        <a:lstStyle/>
        <a:p>
          <a:r>
            <a:rPr lang="fr-CA" sz="1100" b="0">
              <a:latin typeface="Visby CF Medium" pitchFamily="50" charset="0"/>
            </a:rPr>
            <a:t>6 - Au cœur des systèmes d’information : des algorithmes et de l’intelligence artificielle</a:t>
          </a:r>
          <a:endParaRPr lang="fr-CA" sz="1100" b="0" dirty="0">
            <a:latin typeface="Visby CF Medium" pitchFamily="50" charset="0"/>
          </a:endParaRPr>
        </a:p>
      </dgm:t>
    </dgm:pt>
    <dgm:pt modelId="{5FC457B8-A9F4-41FB-A6D6-4BC02D5F4CCD}" type="parTrans" cxnId="{76232C6A-03B2-43A8-A8AD-40D747B4DE9B}">
      <dgm:prSet/>
      <dgm:spPr/>
      <dgm:t>
        <a:bodyPr/>
        <a:lstStyle/>
        <a:p>
          <a:endParaRPr lang="fr-CA"/>
        </a:p>
      </dgm:t>
    </dgm:pt>
    <dgm:pt modelId="{414DEF70-243E-4028-8153-477A4091A5FB}" type="sibTrans" cxnId="{76232C6A-03B2-43A8-A8AD-40D747B4DE9B}">
      <dgm:prSet/>
      <dgm:spPr/>
      <dgm:t>
        <a:bodyPr/>
        <a:lstStyle/>
        <a:p>
          <a:endParaRPr lang="fr-CA"/>
        </a:p>
      </dgm:t>
    </dgm:pt>
    <dgm:pt modelId="{4E26A5B3-C522-43B4-9AAA-2BC9BAA39234}">
      <dgm:prSet phldrT="[Texte]" custT="1"/>
      <dgm:spPr>
        <a:solidFill>
          <a:schemeClr val="accent6"/>
        </a:solidFill>
        <a:ln>
          <a:noFill/>
        </a:ln>
      </dgm:spPr>
      <dgm:t>
        <a:bodyPr/>
        <a:lstStyle/>
        <a:p>
          <a:r>
            <a:rPr lang="fr-CA" sz="1100" b="0" dirty="0">
              <a:latin typeface="Visby CF Medium" pitchFamily="50" charset="0"/>
            </a:rPr>
            <a:t>7 - Pour passer du concept au système matérialisé </a:t>
          </a:r>
          <a:r>
            <a:rPr lang="fr-CA" sz="1100" b="0">
              <a:latin typeface="Visby CF Medium" pitchFamily="50" charset="0"/>
            </a:rPr>
            <a:t>: des projets structurés</a:t>
          </a:r>
          <a:endParaRPr lang="fr-CA" sz="1100" b="0" dirty="0">
            <a:latin typeface="Visby CF Medium" pitchFamily="50" charset="0"/>
          </a:endParaRPr>
        </a:p>
      </dgm:t>
    </dgm:pt>
    <dgm:pt modelId="{00D0D682-2043-42C0-9E9F-91BE89916147}" type="parTrans" cxnId="{0310DE33-D7E8-402C-B78B-69DFD42C01EA}">
      <dgm:prSet/>
      <dgm:spPr/>
      <dgm:t>
        <a:bodyPr/>
        <a:lstStyle/>
        <a:p>
          <a:endParaRPr lang="fr-CA"/>
        </a:p>
      </dgm:t>
    </dgm:pt>
    <dgm:pt modelId="{1BEA1745-1A91-4B8A-AA4D-D270E3744A78}" type="sibTrans" cxnId="{0310DE33-D7E8-402C-B78B-69DFD42C01EA}">
      <dgm:prSet/>
      <dgm:spPr/>
      <dgm:t>
        <a:bodyPr/>
        <a:lstStyle/>
        <a:p>
          <a:endParaRPr lang="fr-CA"/>
        </a:p>
      </dgm:t>
    </dgm:pt>
    <dgm:pt modelId="{785ACB87-2795-42CB-A43A-743DD2227EA6}">
      <dgm:prSet phldrT="[Texte]" custT="1"/>
      <dgm:spPr>
        <a:solidFill>
          <a:schemeClr val="accent2"/>
        </a:solidFill>
        <a:ln>
          <a:noFill/>
        </a:ln>
      </dgm:spPr>
      <dgm:t>
        <a:bodyPr/>
        <a:lstStyle/>
        <a:p>
          <a:r>
            <a:rPr lang="fr-CA" sz="1100" b="0" dirty="0">
              <a:latin typeface="Visby CF Medium" pitchFamily="50" charset="0"/>
            </a:rPr>
            <a:t>8 - Des processus standardisés et des données intégrées : des progiciels de gestion intégrés</a:t>
          </a:r>
        </a:p>
      </dgm:t>
    </dgm:pt>
    <dgm:pt modelId="{F511A68B-3DCC-40A1-B8E9-6F7F3E83B551}" type="parTrans" cxnId="{CB26B09F-AA64-46A7-AF90-35335CDBD9D8}">
      <dgm:prSet/>
      <dgm:spPr/>
      <dgm:t>
        <a:bodyPr/>
        <a:lstStyle/>
        <a:p>
          <a:endParaRPr lang="fr-CA"/>
        </a:p>
      </dgm:t>
    </dgm:pt>
    <dgm:pt modelId="{7A30C6C8-EFEC-43E3-A457-BDA410C78405}" type="sibTrans" cxnId="{CB26B09F-AA64-46A7-AF90-35335CDBD9D8}">
      <dgm:prSet/>
      <dgm:spPr/>
      <dgm:t>
        <a:bodyPr/>
        <a:lstStyle/>
        <a:p>
          <a:endParaRPr lang="fr-CA"/>
        </a:p>
      </dgm:t>
    </dgm:pt>
    <dgm:pt modelId="{C83BDD41-8921-45D5-B42C-FA68B5FD02BF}">
      <dgm:prSet phldrT="[Texte]" custT="1"/>
      <dgm:spPr>
        <a:solidFill>
          <a:schemeClr val="accent4"/>
        </a:solidFill>
        <a:ln>
          <a:noFill/>
        </a:ln>
      </dgm:spPr>
      <dgm:t>
        <a:bodyPr/>
        <a:lstStyle/>
        <a:p>
          <a:r>
            <a:rPr lang="fr-CA" sz="1100" b="0" dirty="0">
              <a:latin typeface="Visby CF Medium" pitchFamily="50" charset="0"/>
            </a:rPr>
            <a:t>9 – La matière première des systèmes d’information : toujours plus de données</a:t>
          </a:r>
        </a:p>
      </dgm:t>
    </dgm:pt>
    <dgm:pt modelId="{D42DD6BB-91F3-4351-8469-B92EEC984110}" type="parTrans" cxnId="{0C41F0EE-A9EB-4F39-98A6-A945E357CB29}">
      <dgm:prSet/>
      <dgm:spPr/>
      <dgm:t>
        <a:bodyPr/>
        <a:lstStyle/>
        <a:p>
          <a:endParaRPr lang="fr-CA"/>
        </a:p>
      </dgm:t>
    </dgm:pt>
    <dgm:pt modelId="{8E21A9B9-3D3D-42EB-B472-2B0A75689488}" type="sibTrans" cxnId="{0C41F0EE-A9EB-4F39-98A6-A945E357CB29}">
      <dgm:prSet/>
      <dgm:spPr/>
      <dgm:t>
        <a:bodyPr/>
        <a:lstStyle/>
        <a:p>
          <a:endParaRPr lang="fr-CA"/>
        </a:p>
      </dgm:t>
    </dgm:pt>
    <dgm:pt modelId="{2EE85648-0BC9-4AA0-89FF-B575F12576B8}">
      <dgm:prSet phldrT="[Texte]" custT="1"/>
      <dgm:spPr>
        <a:solidFill>
          <a:srgbClr val="EB6FBD">
            <a:hueOff val="0"/>
            <a:satOff val="0"/>
            <a:lumOff val="0"/>
            <a:alphaOff val="0"/>
          </a:srgbClr>
        </a:solidFill>
        <a:ln w="12700" cap="flat" cmpd="sng" algn="ctr">
          <a:noFill/>
          <a:prstDash val="solid"/>
          <a:miter lim="800000"/>
        </a:ln>
        <a:effectLst/>
      </dgm:spPr>
      <dgm:t>
        <a:bodyPr spcFirstLastPara="0" vert="horz" wrap="square" lIns="276278" tIns="0" rIns="276278" bIns="0" numCol="1" spcCol="1270" anchor="ctr" anchorCtr="0"/>
        <a:lstStyle/>
        <a:p>
          <a:pPr marL="0" lvl="0" indent="0" algn="l" defTabSz="488950">
            <a:lnSpc>
              <a:spcPct val="90000"/>
            </a:lnSpc>
            <a:spcBef>
              <a:spcPct val="0"/>
            </a:spcBef>
            <a:spcAft>
              <a:spcPct val="35000"/>
            </a:spcAft>
            <a:buNone/>
          </a:pPr>
          <a:r>
            <a:rPr lang="fr-CA" sz="1100" b="0" kern="1200" dirty="0">
              <a:solidFill>
                <a:prstClr val="white"/>
              </a:solidFill>
              <a:latin typeface="Visby CF Medium" pitchFamily="50" charset="0"/>
              <a:ea typeface="+mn-ea"/>
              <a:cs typeface="+mn-cs"/>
            </a:rPr>
            <a:t>11 - À l’avant scène des systèmes d’information : une expérience utilisateur réfléchie</a:t>
          </a:r>
          <a:endParaRPr lang="fr-CA" sz="1100" b="0" kern="1200" dirty="0">
            <a:solidFill>
              <a:schemeClr val="bg1"/>
            </a:solidFill>
            <a:latin typeface="Visby CF Medium" pitchFamily="50" charset="0"/>
            <a:ea typeface="+mn-ea"/>
            <a:cs typeface="+mn-cs"/>
          </a:endParaRPr>
        </a:p>
      </dgm:t>
    </dgm:pt>
    <dgm:pt modelId="{B36C580A-A389-45FC-B1BC-A40A8BB5F7A6}" type="parTrans" cxnId="{2B543A5A-AB47-4626-83F7-273EE9F70706}">
      <dgm:prSet/>
      <dgm:spPr/>
      <dgm:t>
        <a:bodyPr/>
        <a:lstStyle/>
        <a:p>
          <a:endParaRPr lang="fr-CA"/>
        </a:p>
      </dgm:t>
    </dgm:pt>
    <dgm:pt modelId="{D42B14E0-D5B9-4A29-9056-091A82A2D32B}" type="sibTrans" cxnId="{2B543A5A-AB47-4626-83F7-273EE9F70706}">
      <dgm:prSet/>
      <dgm:spPr/>
      <dgm:t>
        <a:bodyPr/>
        <a:lstStyle/>
        <a:p>
          <a:endParaRPr lang="fr-CA"/>
        </a:p>
      </dgm:t>
    </dgm:pt>
    <dgm:pt modelId="{09B1DCEF-6CCF-4E27-8F53-C9241CF7DE48}">
      <dgm:prSet phldrT="[Texte]" custT="1"/>
      <dgm:spPr>
        <a:solidFill>
          <a:schemeClr val="accent1"/>
        </a:solidFill>
        <a:ln w="12700" cap="flat" cmpd="sng" algn="ctr">
          <a:noFill/>
          <a:prstDash val="solid"/>
          <a:miter lim="800000"/>
        </a:ln>
        <a:effectLst/>
      </dgm:spPr>
      <dgm:t>
        <a:bodyPr spcFirstLastPara="0" vert="horz" wrap="square" lIns="276278" tIns="0" rIns="276278" bIns="0" numCol="1" spcCol="1270" anchor="ctr" anchorCtr="0"/>
        <a:lstStyle/>
        <a:p>
          <a:pPr marL="0" lvl="0" indent="0" algn="l" defTabSz="488950">
            <a:lnSpc>
              <a:spcPct val="90000"/>
            </a:lnSpc>
            <a:spcBef>
              <a:spcPct val="0"/>
            </a:spcBef>
            <a:spcAft>
              <a:spcPct val="35000"/>
            </a:spcAft>
            <a:buNone/>
          </a:pPr>
          <a:r>
            <a:rPr lang="fr-CA" sz="1100" b="0" kern="1200">
              <a:solidFill>
                <a:schemeClr val="bg1"/>
              </a:solidFill>
              <a:latin typeface="Visby CF Medium" pitchFamily="50" charset="0"/>
            </a:rPr>
            <a:t>10 </a:t>
          </a:r>
          <a:r>
            <a:rPr lang="fr-CA" sz="1100" b="0" kern="1200" dirty="0">
              <a:solidFill>
                <a:schemeClr val="bg1"/>
              </a:solidFill>
              <a:latin typeface="Visby CF Medium" pitchFamily="50" charset="0"/>
            </a:rPr>
            <a:t>– L’utilisation des systèmes d’information : des requêtes complexes à l’aide de tableaux de bord</a:t>
          </a:r>
          <a:endParaRPr lang="fr-CA" sz="1100" b="0" kern="1200" dirty="0">
            <a:solidFill>
              <a:prstClr val="white"/>
            </a:solidFill>
            <a:latin typeface="Visby CF Medium" pitchFamily="50" charset="0"/>
            <a:ea typeface="+mn-ea"/>
            <a:cs typeface="+mn-cs"/>
          </a:endParaRPr>
        </a:p>
      </dgm:t>
    </dgm:pt>
    <dgm:pt modelId="{BFADC8F6-8864-4668-ABF2-3ADF8E87DEBB}" type="parTrans" cxnId="{64308A61-2A69-4BFB-862E-3E771C486BAB}">
      <dgm:prSet/>
      <dgm:spPr/>
      <dgm:t>
        <a:bodyPr/>
        <a:lstStyle/>
        <a:p>
          <a:endParaRPr lang="fr-CA"/>
        </a:p>
      </dgm:t>
    </dgm:pt>
    <dgm:pt modelId="{AAF95CA0-02D7-4B60-8BAD-C3D13F6C2847}" type="sibTrans" cxnId="{64308A61-2A69-4BFB-862E-3E771C486BAB}">
      <dgm:prSet/>
      <dgm:spPr/>
      <dgm:t>
        <a:bodyPr/>
        <a:lstStyle/>
        <a:p>
          <a:endParaRPr lang="fr-CA"/>
        </a:p>
      </dgm:t>
    </dgm:pt>
    <dgm:pt modelId="{6920EEEC-8D2C-4678-8B13-80F013410BDD}">
      <dgm:prSet phldrT="[Texte]" custT="1"/>
      <dgm:spPr>
        <a:solidFill>
          <a:schemeClr val="accent2"/>
        </a:solidFill>
        <a:ln>
          <a:noFill/>
        </a:ln>
      </dgm:spPr>
      <dgm:t>
        <a:bodyPr/>
        <a:lstStyle/>
        <a:p>
          <a:pPr marL="0" lvl="0" indent="0" algn="l" defTabSz="488950">
            <a:lnSpc>
              <a:spcPct val="90000"/>
            </a:lnSpc>
            <a:spcBef>
              <a:spcPct val="0"/>
            </a:spcBef>
            <a:spcAft>
              <a:spcPct val="35000"/>
            </a:spcAft>
            <a:buNone/>
          </a:pPr>
          <a:r>
            <a:rPr lang="fr-CA" sz="1100" b="0" kern="1200" dirty="0">
              <a:solidFill>
                <a:schemeClr val="bg1"/>
              </a:solidFill>
              <a:latin typeface="Visby CF Medium" pitchFamily="50" charset="0"/>
              <a:ea typeface="+mn-ea"/>
              <a:cs typeface="+mn-cs"/>
            </a:rPr>
            <a:t>12 – Une solution complète : un tableau de bord pour soutenir l’utilisation d’un progiciel de gestion intégré</a:t>
          </a:r>
        </a:p>
      </dgm:t>
    </dgm:pt>
    <dgm:pt modelId="{6CC2C35A-C4F4-44B8-822F-58BA688B4E3F}" type="parTrans" cxnId="{A48E4EE6-1E33-4DDC-B917-7D1921C2DA37}">
      <dgm:prSet/>
      <dgm:spPr/>
      <dgm:t>
        <a:bodyPr/>
        <a:lstStyle/>
        <a:p>
          <a:endParaRPr lang="fr-CA"/>
        </a:p>
      </dgm:t>
    </dgm:pt>
    <dgm:pt modelId="{3E1BD0E5-6F34-480C-B732-F43B7DCD031B}" type="sibTrans" cxnId="{A48E4EE6-1E33-4DDC-B917-7D1921C2DA37}">
      <dgm:prSet/>
      <dgm:spPr/>
      <dgm:t>
        <a:bodyPr/>
        <a:lstStyle/>
        <a:p>
          <a:endParaRPr lang="fr-CA"/>
        </a:p>
      </dgm:t>
    </dgm:pt>
    <dgm:pt modelId="{0B780D78-199E-4300-A693-D6F97EF5F986}" type="pres">
      <dgm:prSet presAssocID="{74DCC87F-961E-4DF8-B92D-75C80AE4CE4F}" presName="linear" presStyleCnt="0">
        <dgm:presLayoutVars>
          <dgm:dir/>
          <dgm:animLvl val="lvl"/>
          <dgm:resizeHandles val="exact"/>
        </dgm:presLayoutVars>
      </dgm:prSet>
      <dgm:spPr/>
    </dgm:pt>
    <dgm:pt modelId="{AB711B2A-DB8A-4E78-8A51-7A006FB82405}" type="pres">
      <dgm:prSet presAssocID="{8A1DF76F-BB6E-479A-B791-12AA1D3E9567}" presName="parentLin" presStyleCnt="0"/>
      <dgm:spPr/>
    </dgm:pt>
    <dgm:pt modelId="{C1C73789-F552-4FF2-B95E-C69C025A1060}" type="pres">
      <dgm:prSet presAssocID="{8A1DF76F-BB6E-479A-B791-12AA1D3E9567}" presName="parentLeftMargin" presStyleLbl="node1" presStyleIdx="0" presStyleCnt="12"/>
      <dgm:spPr/>
    </dgm:pt>
    <dgm:pt modelId="{FC5595AD-741D-479C-94ED-B41127C2D30C}" type="pres">
      <dgm:prSet presAssocID="{8A1DF76F-BB6E-479A-B791-12AA1D3E9567}" presName="parentText" presStyleLbl="node1" presStyleIdx="0" presStyleCnt="12" custScaleX="114283">
        <dgm:presLayoutVars>
          <dgm:chMax val="0"/>
          <dgm:bulletEnabled val="1"/>
        </dgm:presLayoutVars>
      </dgm:prSet>
      <dgm:spPr/>
    </dgm:pt>
    <dgm:pt modelId="{5B43CB98-6094-4D72-AEC4-3B56AD698D0D}" type="pres">
      <dgm:prSet presAssocID="{8A1DF76F-BB6E-479A-B791-12AA1D3E9567}" presName="negativeSpace" presStyleCnt="0"/>
      <dgm:spPr/>
    </dgm:pt>
    <dgm:pt modelId="{C9227AC1-1BF1-4CB5-864D-1F1C35C267D4}" type="pres">
      <dgm:prSet presAssocID="{8A1DF76F-BB6E-479A-B791-12AA1D3E9567}" presName="childText" presStyleLbl="conFgAcc1" presStyleIdx="0" presStyleCnt="12">
        <dgm:presLayoutVars>
          <dgm:bulletEnabled val="1"/>
        </dgm:presLayoutVars>
      </dgm:prSet>
      <dgm:spPr>
        <a:ln w="12700">
          <a:solidFill>
            <a:schemeClr val="tx2">
              <a:lumMod val="10000"/>
              <a:lumOff val="90000"/>
            </a:schemeClr>
          </a:solidFill>
        </a:ln>
      </dgm:spPr>
    </dgm:pt>
    <dgm:pt modelId="{76379CA2-9CD9-4B68-BA3F-BB94A437B20B}" type="pres">
      <dgm:prSet presAssocID="{5C5137A3-B785-40FB-99CC-E60534FB182F}" presName="spaceBetweenRectangles" presStyleCnt="0"/>
      <dgm:spPr/>
    </dgm:pt>
    <dgm:pt modelId="{047E0C47-3DB2-431F-A4C8-4CD363D3B823}" type="pres">
      <dgm:prSet presAssocID="{10708408-6D36-4B7D-BEBF-A590AC2B2C93}" presName="parentLin" presStyleCnt="0"/>
      <dgm:spPr/>
    </dgm:pt>
    <dgm:pt modelId="{78B90B25-6254-4BB0-B462-8B502E1DD088}" type="pres">
      <dgm:prSet presAssocID="{10708408-6D36-4B7D-BEBF-A590AC2B2C93}" presName="parentLeftMargin" presStyleLbl="node1" presStyleIdx="0" presStyleCnt="12"/>
      <dgm:spPr/>
    </dgm:pt>
    <dgm:pt modelId="{D5FBFB3E-AF30-4644-971E-72A9D5B69B7E}" type="pres">
      <dgm:prSet presAssocID="{10708408-6D36-4B7D-BEBF-A590AC2B2C93}" presName="parentText" presStyleLbl="node1" presStyleIdx="1" presStyleCnt="12" custScaleX="114283">
        <dgm:presLayoutVars>
          <dgm:chMax val="0"/>
          <dgm:bulletEnabled val="1"/>
        </dgm:presLayoutVars>
      </dgm:prSet>
      <dgm:spPr/>
    </dgm:pt>
    <dgm:pt modelId="{86CF052E-923F-4227-ABF0-95C2FF075F55}" type="pres">
      <dgm:prSet presAssocID="{10708408-6D36-4B7D-BEBF-A590AC2B2C93}" presName="negativeSpace" presStyleCnt="0"/>
      <dgm:spPr/>
    </dgm:pt>
    <dgm:pt modelId="{4B705F14-EF6E-47A1-83AC-F9A4EA9DCD99}" type="pres">
      <dgm:prSet presAssocID="{10708408-6D36-4B7D-BEBF-A590AC2B2C93}" presName="childText" presStyleLbl="conFgAcc1" presStyleIdx="1" presStyleCnt="12">
        <dgm:presLayoutVars>
          <dgm:bulletEnabled val="1"/>
        </dgm:presLayoutVars>
      </dgm:prSet>
      <dgm:spPr>
        <a:ln w="12700">
          <a:solidFill>
            <a:schemeClr val="accent3">
              <a:lumMod val="20000"/>
              <a:lumOff val="80000"/>
            </a:schemeClr>
          </a:solidFill>
        </a:ln>
      </dgm:spPr>
    </dgm:pt>
    <dgm:pt modelId="{64D9A99A-B3BE-4D6A-B34A-A753C38956F0}" type="pres">
      <dgm:prSet presAssocID="{9BF9C8D2-D621-4D98-B87C-BF558387DF06}" presName="spaceBetweenRectangles" presStyleCnt="0"/>
      <dgm:spPr/>
    </dgm:pt>
    <dgm:pt modelId="{84921B4F-9AA1-4618-97E3-FC85366EB2A0}" type="pres">
      <dgm:prSet presAssocID="{354638AD-F668-46FD-B66B-13F8AF7906FB}" presName="parentLin" presStyleCnt="0"/>
      <dgm:spPr/>
    </dgm:pt>
    <dgm:pt modelId="{0949B521-3F4C-422C-A2EC-7F0FDC407213}" type="pres">
      <dgm:prSet presAssocID="{354638AD-F668-46FD-B66B-13F8AF7906FB}" presName="parentLeftMargin" presStyleLbl="node1" presStyleIdx="1" presStyleCnt="12"/>
      <dgm:spPr/>
    </dgm:pt>
    <dgm:pt modelId="{4E0EC255-89F1-4ECD-8CEB-A36054D0B55B}" type="pres">
      <dgm:prSet presAssocID="{354638AD-F668-46FD-B66B-13F8AF7906FB}" presName="parentText" presStyleLbl="node1" presStyleIdx="2" presStyleCnt="12" custScaleX="114283">
        <dgm:presLayoutVars>
          <dgm:chMax val="0"/>
          <dgm:bulletEnabled val="1"/>
        </dgm:presLayoutVars>
      </dgm:prSet>
      <dgm:spPr/>
    </dgm:pt>
    <dgm:pt modelId="{2D8EB3B2-C86A-4D2D-ABC7-680390DCF5E0}" type="pres">
      <dgm:prSet presAssocID="{354638AD-F668-46FD-B66B-13F8AF7906FB}" presName="negativeSpace" presStyleCnt="0"/>
      <dgm:spPr/>
    </dgm:pt>
    <dgm:pt modelId="{0893C5BF-2D1A-475E-9A5B-CF95378A190A}" type="pres">
      <dgm:prSet presAssocID="{354638AD-F668-46FD-B66B-13F8AF7906FB}" presName="childText" presStyleLbl="conFgAcc1" presStyleIdx="2" presStyleCnt="12">
        <dgm:presLayoutVars>
          <dgm:bulletEnabled val="1"/>
        </dgm:presLayoutVars>
      </dgm:prSet>
      <dgm:spPr>
        <a:ln w="12700">
          <a:solidFill>
            <a:schemeClr val="accent4">
              <a:lumMod val="20000"/>
              <a:lumOff val="80000"/>
            </a:schemeClr>
          </a:solidFill>
        </a:ln>
      </dgm:spPr>
    </dgm:pt>
    <dgm:pt modelId="{2F6A9ABE-AE6B-4CC3-9355-62F4AC9DDBAF}" type="pres">
      <dgm:prSet presAssocID="{3E98947C-1BAF-4823-A024-236E0B217241}" presName="spaceBetweenRectangles" presStyleCnt="0"/>
      <dgm:spPr/>
    </dgm:pt>
    <dgm:pt modelId="{D8C37164-49F5-48D3-9F3A-364CBCB7E616}" type="pres">
      <dgm:prSet presAssocID="{5F77CF9E-BCFD-4325-8E43-7AC3589B6B7E}" presName="parentLin" presStyleCnt="0"/>
      <dgm:spPr/>
    </dgm:pt>
    <dgm:pt modelId="{11928AEB-E32B-4689-A238-C18B7111190E}" type="pres">
      <dgm:prSet presAssocID="{5F77CF9E-BCFD-4325-8E43-7AC3589B6B7E}" presName="parentLeftMargin" presStyleLbl="node1" presStyleIdx="2" presStyleCnt="12"/>
      <dgm:spPr/>
    </dgm:pt>
    <dgm:pt modelId="{2690095D-C682-4C4A-BD20-A8FC25F1AE82}" type="pres">
      <dgm:prSet presAssocID="{5F77CF9E-BCFD-4325-8E43-7AC3589B6B7E}" presName="parentText" presStyleLbl="node1" presStyleIdx="3" presStyleCnt="12" custScaleX="114283" custLinFactNeighborX="-4170">
        <dgm:presLayoutVars>
          <dgm:chMax val="0"/>
          <dgm:bulletEnabled val="1"/>
        </dgm:presLayoutVars>
      </dgm:prSet>
      <dgm:spPr/>
    </dgm:pt>
    <dgm:pt modelId="{2F81A02B-4240-46B4-8A69-235672922F6A}" type="pres">
      <dgm:prSet presAssocID="{5F77CF9E-BCFD-4325-8E43-7AC3589B6B7E}" presName="negativeSpace" presStyleCnt="0"/>
      <dgm:spPr/>
    </dgm:pt>
    <dgm:pt modelId="{BA0A9E78-6452-4B8A-AE51-6D689E339484}" type="pres">
      <dgm:prSet presAssocID="{5F77CF9E-BCFD-4325-8E43-7AC3589B6B7E}" presName="childText" presStyleLbl="conFgAcc1" presStyleIdx="3" presStyleCnt="12">
        <dgm:presLayoutVars>
          <dgm:bulletEnabled val="1"/>
        </dgm:presLayoutVars>
      </dgm:prSet>
      <dgm:spPr>
        <a:ln w="12700">
          <a:solidFill>
            <a:schemeClr val="accent5">
              <a:lumMod val="20000"/>
              <a:lumOff val="80000"/>
            </a:schemeClr>
          </a:solidFill>
        </a:ln>
      </dgm:spPr>
    </dgm:pt>
    <dgm:pt modelId="{AA21A30D-C12B-4264-A542-9601FE254C5D}" type="pres">
      <dgm:prSet presAssocID="{09014239-DABB-4244-993C-4B9885734537}" presName="spaceBetweenRectangles" presStyleCnt="0"/>
      <dgm:spPr/>
    </dgm:pt>
    <dgm:pt modelId="{6686CB89-8EEC-4F53-BF0D-BA644582D393}" type="pres">
      <dgm:prSet presAssocID="{D5A81B6A-B302-4D00-9D9E-EB7D005F070A}" presName="parentLin" presStyleCnt="0"/>
      <dgm:spPr/>
    </dgm:pt>
    <dgm:pt modelId="{B3B02199-AC2A-4F0B-A4CD-FDDC33232A60}" type="pres">
      <dgm:prSet presAssocID="{D5A81B6A-B302-4D00-9D9E-EB7D005F070A}" presName="parentLeftMargin" presStyleLbl="node1" presStyleIdx="3" presStyleCnt="12"/>
      <dgm:spPr/>
    </dgm:pt>
    <dgm:pt modelId="{A08B0E8E-8C7F-4255-A3F8-34FAAC135F61}" type="pres">
      <dgm:prSet presAssocID="{D5A81B6A-B302-4D00-9D9E-EB7D005F070A}" presName="parentText" presStyleLbl="node1" presStyleIdx="4" presStyleCnt="12" custScaleX="114283">
        <dgm:presLayoutVars>
          <dgm:chMax val="0"/>
          <dgm:bulletEnabled val="1"/>
        </dgm:presLayoutVars>
      </dgm:prSet>
      <dgm:spPr/>
    </dgm:pt>
    <dgm:pt modelId="{7973F4F7-49DE-4E60-AEFF-6F126D957018}" type="pres">
      <dgm:prSet presAssocID="{D5A81B6A-B302-4D00-9D9E-EB7D005F070A}" presName="negativeSpace" presStyleCnt="0"/>
      <dgm:spPr/>
    </dgm:pt>
    <dgm:pt modelId="{D524D4B0-4F47-4D31-8A61-14197528B68A}" type="pres">
      <dgm:prSet presAssocID="{D5A81B6A-B302-4D00-9D9E-EB7D005F070A}" presName="childText" presStyleLbl="conFgAcc1" presStyleIdx="4" presStyleCnt="12">
        <dgm:presLayoutVars>
          <dgm:bulletEnabled val="1"/>
        </dgm:presLayoutVars>
      </dgm:prSet>
      <dgm:spPr>
        <a:ln w="38100">
          <a:solidFill>
            <a:schemeClr val="accent1"/>
          </a:solidFill>
        </a:ln>
      </dgm:spPr>
    </dgm:pt>
    <dgm:pt modelId="{8C4392E4-1661-4A3E-8965-BE4D2933256A}" type="pres">
      <dgm:prSet presAssocID="{2515C32E-B45F-44AD-8FC5-012A9A23FC26}" presName="spaceBetweenRectangles" presStyleCnt="0"/>
      <dgm:spPr/>
    </dgm:pt>
    <dgm:pt modelId="{12CACB77-AB8B-4B26-856E-F96DE5F76361}" type="pres">
      <dgm:prSet presAssocID="{D88F6FC3-7BDD-42F7-B19F-99B2BCCA3E92}" presName="parentLin" presStyleCnt="0"/>
      <dgm:spPr/>
    </dgm:pt>
    <dgm:pt modelId="{33274E35-8751-45BB-88C7-053174B419F5}" type="pres">
      <dgm:prSet presAssocID="{D88F6FC3-7BDD-42F7-B19F-99B2BCCA3E92}" presName="parentLeftMargin" presStyleLbl="node1" presStyleIdx="4" presStyleCnt="12"/>
      <dgm:spPr/>
    </dgm:pt>
    <dgm:pt modelId="{A9CC9630-0510-47D5-B845-7B11EF8C8726}" type="pres">
      <dgm:prSet presAssocID="{D88F6FC3-7BDD-42F7-B19F-99B2BCCA3E92}" presName="parentText" presStyleLbl="node1" presStyleIdx="5" presStyleCnt="12" custScaleX="114283">
        <dgm:presLayoutVars>
          <dgm:chMax val="0"/>
          <dgm:bulletEnabled val="1"/>
        </dgm:presLayoutVars>
      </dgm:prSet>
      <dgm:spPr/>
    </dgm:pt>
    <dgm:pt modelId="{9CABAB8E-DB53-4E78-88F7-D9EA5BD787D8}" type="pres">
      <dgm:prSet presAssocID="{D88F6FC3-7BDD-42F7-B19F-99B2BCCA3E92}" presName="negativeSpace" presStyleCnt="0"/>
      <dgm:spPr/>
    </dgm:pt>
    <dgm:pt modelId="{6B5F2D5C-5996-49E2-9ECD-B986D8E044FB}" type="pres">
      <dgm:prSet presAssocID="{D88F6FC3-7BDD-42F7-B19F-99B2BCCA3E92}" presName="childText" presStyleLbl="conFgAcc1" presStyleIdx="5" presStyleCnt="12">
        <dgm:presLayoutVars>
          <dgm:bulletEnabled val="1"/>
        </dgm:presLayoutVars>
      </dgm:prSet>
      <dgm:spPr>
        <a:ln w="12700">
          <a:solidFill>
            <a:schemeClr val="accent3"/>
          </a:solidFill>
        </a:ln>
      </dgm:spPr>
    </dgm:pt>
    <dgm:pt modelId="{A2D80F7B-59FB-421B-A04B-377A227DC3AC}" type="pres">
      <dgm:prSet presAssocID="{414DEF70-243E-4028-8153-477A4091A5FB}" presName="spaceBetweenRectangles" presStyleCnt="0"/>
      <dgm:spPr/>
    </dgm:pt>
    <dgm:pt modelId="{90A94F11-7CA8-4ED1-8CAE-FE7B1FE44954}" type="pres">
      <dgm:prSet presAssocID="{4E26A5B3-C522-43B4-9AAA-2BC9BAA39234}" presName="parentLin" presStyleCnt="0"/>
      <dgm:spPr/>
    </dgm:pt>
    <dgm:pt modelId="{74BEE3E3-6965-4F4B-9525-1FB38C5FE925}" type="pres">
      <dgm:prSet presAssocID="{4E26A5B3-C522-43B4-9AAA-2BC9BAA39234}" presName="parentLeftMargin" presStyleLbl="node1" presStyleIdx="5" presStyleCnt="12"/>
      <dgm:spPr/>
    </dgm:pt>
    <dgm:pt modelId="{2E6479BD-17C2-4B62-9598-1A179A816511}" type="pres">
      <dgm:prSet presAssocID="{4E26A5B3-C522-43B4-9AAA-2BC9BAA39234}" presName="parentText" presStyleLbl="node1" presStyleIdx="6" presStyleCnt="12" custScaleX="114283">
        <dgm:presLayoutVars>
          <dgm:chMax val="0"/>
          <dgm:bulletEnabled val="1"/>
        </dgm:presLayoutVars>
      </dgm:prSet>
      <dgm:spPr/>
    </dgm:pt>
    <dgm:pt modelId="{8E6892FB-1175-4A61-9E12-AFDA53ACE2C7}" type="pres">
      <dgm:prSet presAssocID="{4E26A5B3-C522-43B4-9AAA-2BC9BAA39234}" presName="negativeSpace" presStyleCnt="0"/>
      <dgm:spPr/>
    </dgm:pt>
    <dgm:pt modelId="{B767CEFF-DB6B-4AE7-8BAC-740813957E5C}" type="pres">
      <dgm:prSet presAssocID="{4E26A5B3-C522-43B4-9AAA-2BC9BAA39234}" presName="childText" presStyleLbl="conFgAcc1" presStyleIdx="6" presStyleCnt="12">
        <dgm:presLayoutVars>
          <dgm:bulletEnabled val="1"/>
        </dgm:presLayoutVars>
      </dgm:prSet>
      <dgm:spPr>
        <a:ln w="12700">
          <a:solidFill>
            <a:schemeClr val="accent6"/>
          </a:solidFill>
        </a:ln>
      </dgm:spPr>
    </dgm:pt>
    <dgm:pt modelId="{0142F35C-9F1F-49DD-A2C1-323D45E8804C}" type="pres">
      <dgm:prSet presAssocID="{1BEA1745-1A91-4B8A-AA4D-D270E3744A78}" presName="spaceBetweenRectangles" presStyleCnt="0"/>
      <dgm:spPr/>
    </dgm:pt>
    <dgm:pt modelId="{06354F8E-18CC-480F-9E44-519978943993}" type="pres">
      <dgm:prSet presAssocID="{785ACB87-2795-42CB-A43A-743DD2227EA6}" presName="parentLin" presStyleCnt="0"/>
      <dgm:spPr/>
    </dgm:pt>
    <dgm:pt modelId="{827C1C72-3CAA-4D03-920E-89A9E556E12D}" type="pres">
      <dgm:prSet presAssocID="{785ACB87-2795-42CB-A43A-743DD2227EA6}" presName="parentLeftMargin" presStyleLbl="node1" presStyleIdx="6" presStyleCnt="12"/>
      <dgm:spPr/>
    </dgm:pt>
    <dgm:pt modelId="{527F5BA3-371D-4AE0-B87A-668DCEE6A1CA}" type="pres">
      <dgm:prSet presAssocID="{785ACB87-2795-42CB-A43A-743DD2227EA6}" presName="parentText" presStyleLbl="node1" presStyleIdx="7" presStyleCnt="12" custScaleX="114283" custLinFactX="6009" custLinFactNeighborX="100000">
        <dgm:presLayoutVars>
          <dgm:chMax val="0"/>
          <dgm:bulletEnabled val="1"/>
        </dgm:presLayoutVars>
      </dgm:prSet>
      <dgm:spPr/>
    </dgm:pt>
    <dgm:pt modelId="{66E2C8D4-A5E1-44BF-A380-25A010595765}" type="pres">
      <dgm:prSet presAssocID="{785ACB87-2795-42CB-A43A-743DD2227EA6}" presName="negativeSpace" presStyleCnt="0"/>
      <dgm:spPr/>
    </dgm:pt>
    <dgm:pt modelId="{618D87AA-43A7-4801-AF8D-665093B79FC2}" type="pres">
      <dgm:prSet presAssocID="{785ACB87-2795-42CB-A43A-743DD2227EA6}" presName="childText" presStyleLbl="conFgAcc1" presStyleIdx="7" presStyleCnt="12">
        <dgm:presLayoutVars>
          <dgm:bulletEnabled val="1"/>
        </dgm:presLayoutVars>
      </dgm:prSet>
      <dgm:spPr>
        <a:ln w="12700">
          <a:solidFill>
            <a:schemeClr val="accent2"/>
          </a:solidFill>
        </a:ln>
      </dgm:spPr>
    </dgm:pt>
    <dgm:pt modelId="{3CC66BF5-743F-4F5A-ACA4-39198CD8BF75}" type="pres">
      <dgm:prSet presAssocID="{7A30C6C8-EFEC-43E3-A457-BDA410C78405}" presName="spaceBetweenRectangles" presStyleCnt="0"/>
      <dgm:spPr/>
    </dgm:pt>
    <dgm:pt modelId="{65278A73-4950-46F5-BFFF-3808B94E5A68}" type="pres">
      <dgm:prSet presAssocID="{C83BDD41-8921-45D5-B42C-FA68B5FD02BF}" presName="parentLin" presStyleCnt="0"/>
      <dgm:spPr/>
    </dgm:pt>
    <dgm:pt modelId="{5B1CD7BF-057B-40C6-95E4-0CA5CF8E263B}" type="pres">
      <dgm:prSet presAssocID="{C83BDD41-8921-45D5-B42C-FA68B5FD02BF}" presName="parentLeftMargin" presStyleLbl="node1" presStyleIdx="7" presStyleCnt="12"/>
      <dgm:spPr/>
    </dgm:pt>
    <dgm:pt modelId="{EAB68C95-726F-4985-BDFC-96AE74956DB2}" type="pres">
      <dgm:prSet presAssocID="{C83BDD41-8921-45D5-B42C-FA68B5FD02BF}" presName="parentText" presStyleLbl="node1" presStyleIdx="8" presStyleCnt="12" custScaleX="114283" custLinFactX="6009" custLinFactNeighborX="100000">
        <dgm:presLayoutVars>
          <dgm:chMax val="0"/>
          <dgm:bulletEnabled val="1"/>
        </dgm:presLayoutVars>
      </dgm:prSet>
      <dgm:spPr/>
    </dgm:pt>
    <dgm:pt modelId="{AA1F27E5-B285-48F1-B677-553153BD46C1}" type="pres">
      <dgm:prSet presAssocID="{C83BDD41-8921-45D5-B42C-FA68B5FD02BF}" presName="negativeSpace" presStyleCnt="0"/>
      <dgm:spPr/>
    </dgm:pt>
    <dgm:pt modelId="{AEAED330-3F0C-4930-826B-6E673746044E}" type="pres">
      <dgm:prSet presAssocID="{C83BDD41-8921-45D5-B42C-FA68B5FD02BF}" presName="childText" presStyleLbl="conFgAcc1" presStyleIdx="8" presStyleCnt="12">
        <dgm:presLayoutVars>
          <dgm:bulletEnabled val="1"/>
        </dgm:presLayoutVars>
      </dgm:prSet>
      <dgm:spPr>
        <a:ln w="12700">
          <a:solidFill>
            <a:schemeClr val="accent4"/>
          </a:solidFill>
        </a:ln>
      </dgm:spPr>
    </dgm:pt>
    <dgm:pt modelId="{06A1786F-0367-44E6-8266-FDEAFA391FC0}" type="pres">
      <dgm:prSet presAssocID="{8E21A9B9-3D3D-42EB-B472-2B0A75689488}" presName="spaceBetweenRectangles" presStyleCnt="0"/>
      <dgm:spPr/>
    </dgm:pt>
    <dgm:pt modelId="{7F884000-6D93-465F-A85C-FAF112612AAC}" type="pres">
      <dgm:prSet presAssocID="{09B1DCEF-6CCF-4E27-8F53-C9241CF7DE48}" presName="parentLin" presStyleCnt="0"/>
      <dgm:spPr/>
    </dgm:pt>
    <dgm:pt modelId="{44E4CD8E-9E25-4D22-8CB4-00A3E6601428}" type="pres">
      <dgm:prSet presAssocID="{09B1DCEF-6CCF-4E27-8F53-C9241CF7DE48}" presName="parentLeftMargin" presStyleLbl="node1" presStyleIdx="8" presStyleCnt="12"/>
      <dgm:spPr/>
    </dgm:pt>
    <dgm:pt modelId="{0A427700-7D58-459E-9B8B-B9175C296A48}" type="pres">
      <dgm:prSet presAssocID="{09B1DCEF-6CCF-4E27-8F53-C9241CF7DE48}" presName="parentText" presStyleLbl="node1" presStyleIdx="9" presStyleCnt="12" custScaleX="114283" custLinFactX="6009" custLinFactNeighborX="100000">
        <dgm:presLayoutVars>
          <dgm:chMax val="0"/>
          <dgm:bulletEnabled val="1"/>
        </dgm:presLayoutVars>
      </dgm:prSet>
      <dgm:spPr>
        <a:xfrm>
          <a:off x="1483422" y="4652492"/>
          <a:ext cx="8353405" cy="324720"/>
        </a:xfrm>
        <a:prstGeom prst="roundRect">
          <a:avLst/>
        </a:prstGeom>
      </dgm:spPr>
    </dgm:pt>
    <dgm:pt modelId="{F6E47545-EA14-4B16-B900-5F0A196F8194}" type="pres">
      <dgm:prSet presAssocID="{09B1DCEF-6CCF-4E27-8F53-C9241CF7DE48}" presName="negativeSpace" presStyleCnt="0"/>
      <dgm:spPr/>
    </dgm:pt>
    <dgm:pt modelId="{FDEC5003-E064-4B42-B2CB-36DA6448A6B3}" type="pres">
      <dgm:prSet presAssocID="{09B1DCEF-6CCF-4E27-8F53-C9241CF7DE48}" presName="childText" presStyleLbl="conFgAcc1" presStyleIdx="9" presStyleCnt="12">
        <dgm:presLayoutVars>
          <dgm:bulletEnabled val="1"/>
        </dgm:presLayoutVars>
      </dgm:prSet>
      <dgm:spPr>
        <a:ln w="12700">
          <a:solidFill>
            <a:schemeClr val="accent1"/>
          </a:solidFill>
        </a:ln>
      </dgm:spPr>
    </dgm:pt>
    <dgm:pt modelId="{96FF8E25-9CCE-49A2-84E2-B51CC6D3A7D2}" type="pres">
      <dgm:prSet presAssocID="{AAF95CA0-02D7-4B60-8BAD-C3D13F6C2847}" presName="spaceBetweenRectangles" presStyleCnt="0"/>
      <dgm:spPr/>
    </dgm:pt>
    <dgm:pt modelId="{3FA9F286-8656-4505-AA4F-00630DEE4D3B}" type="pres">
      <dgm:prSet presAssocID="{2EE85648-0BC9-4AA0-89FF-B575F12576B8}" presName="parentLin" presStyleCnt="0"/>
      <dgm:spPr/>
    </dgm:pt>
    <dgm:pt modelId="{EAE2C596-F46E-415D-9FB8-D0EA3E813BF3}" type="pres">
      <dgm:prSet presAssocID="{2EE85648-0BC9-4AA0-89FF-B575F12576B8}" presName="parentLeftMargin" presStyleLbl="node1" presStyleIdx="9" presStyleCnt="12"/>
      <dgm:spPr/>
    </dgm:pt>
    <dgm:pt modelId="{FA30E27F-5C4F-48D2-835C-4875060C454B}" type="pres">
      <dgm:prSet presAssocID="{2EE85648-0BC9-4AA0-89FF-B575F12576B8}" presName="parentText" presStyleLbl="node1" presStyleIdx="10" presStyleCnt="12" custScaleX="114283" custLinFactX="6009" custLinFactNeighborX="100000">
        <dgm:presLayoutVars>
          <dgm:chMax val="0"/>
          <dgm:bulletEnabled val="1"/>
        </dgm:presLayoutVars>
      </dgm:prSet>
      <dgm:spPr>
        <a:xfrm>
          <a:off x="1483422" y="5151452"/>
          <a:ext cx="8353405" cy="324720"/>
        </a:xfrm>
        <a:prstGeom prst="roundRect">
          <a:avLst/>
        </a:prstGeom>
      </dgm:spPr>
    </dgm:pt>
    <dgm:pt modelId="{C082A8F9-6046-47C1-B8D4-728ACD0D5F6B}" type="pres">
      <dgm:prSet presAssocID="{2EE85648-0BC9-4AA0-89FF-B575F12576B8}" presName="negativeSpace" presStyleCnt="0"/>
      <dgm:spPr/>
    </dgm:pt>
    <dgm:pt modelId="{7670992B-5481-4BDB-8246-511B6FFC5E72}" type="pres">
      <dgm:prSet presAssocID="{2EE85648-0BC9-4AA0-89FF-B575F12576B8}" presName="childText" presStyleLbl="conFgAcc1" presStyleIdx="10" presStyleCnt="12">
        <dgm:presLayoutVars>
          <dgm:bulletEnabled val="1"/>
        </dgm:presLayoutVars>
      </dgm:prSet>
      <dgm:spPr>
        <a:ln w="12700">
          <a:solidFill>
            <a:schemeClr val="accent5"/>
          </a:solidFill>
        </a:ln>
      </dgm:spPr>
    </dgm:pt>
    <dgm:pt modelId="{F6E50838-DEB5-4EC7-986B-EDC14F096219}" type="pres">
      <dgm:prSet presAssocID="{D42B14E0-D5B9-4A29-9056-091A82A2D32B}" presName="spaceBetweenRectangles" presStyleCnt="0"/>
      <dgm:spPr/>
    </dgm:pt>
    <dgm:pt modelId="{C61250EB-FA0F-4C8E-9F5D-C1FDEF87F6D3}" type="pres">
      <dgm:prSet presAssocID="{6920EEEC-8D2C-4678-8B13-80F013410BDD}" presName="parentLin" presStyleCnt="0"/>
      <dgm:spPr/>
    </dgm:pt>
    <dgm:pt modelId="{227FD569-7C22-4BC0-8CCF-54D834AF3383}" type="pres">
      <dgm:prSet presAssocID="{6920EEEC-8D2C-4678-8B13-80F013410BDD}" presName="parentLeftMargin" presStyleLbl="node1" presStyleIdx="10" presStyleCnt="12"/>
      <dgm:spPr/>
    </dgm:pt>
    <dgm:pt modelId="{7D55F781-07F4-4C31-A2E4-EAA06630527E}" type="pres">
      <dgm:prSet presAssocID="{6920EEEC-8D2C-4678-8B13-80F013410BDD}" presName="parentText" presStyleLbl="node1" presStyleIdx="11" presStyleCnt="12" custScaleX="114264" custLinFactX="5942" custLinFactNeighborX="100000" custLinFactNeighborY="6279">
        <dgm:presLayoutVars>
          <dgm:chMax val="0"/>
          <dgm:bulletEnabled val="1"/>
        </dgm:presLayoutVars>
      </dgm:prSet>
      <dgm:spPr/>
    </dgm:pt>
    <dgm:pt modelId="{F88554E0-BDDB-4FBD-A1A9-9D6EE00A8CD0}" type="pres">
      <dgm:prSet presAssocID="{6920EEEC-8D2C-4678-8B13-80F013410BDD}" presName="negativeSpace" presStyleCnt="0"/>
      <dgm:spPr/>
    </dgm:pt>
    <dgm:pt modelId="{3DD60EED-76E8-483E-8D2A-8589B7533F55}" type="pres">
      <dgm:prSet presAssocID="{6920EEEC-8D2C-4678-8B13-80F013410BDD}" presName="childText" presStyleLbl="conFgAcc1" presStyleIdx="11" presStyleCnt="12">
        <dgm:presLayoutVars>
          <dgm:bulletEnabled val="1"/>
        </dgm:presLayoutVars>
      </dgm:prSet>
      <dgm:spPr>
        <a:ln w="12700">
          <a:solidFill>
            <a:schemeClr val="accent2"/>
          </a:solidFill>
        </a:ln>
      </dgm:spPr>
    </dgm:pt>
  </dgm:ptLst>
  <dgm:cxnLst>
    <dgm:cxn modelId="{2575F00D-62B6-41ED-B9B2-391E73DD7A81}" type="presOf" srcId="{D88F6FC3-7BDD-42F7-B19F-99B2BCCA3E92}" destId="{A9CC9630-0510-47D5-B845-7B11EF8C8726}" srcOrd="1" destOrd="0" presId="urn:microsoft.com/office/officeart/2005/8/layout/list1"/>
    <dgm:cxn modelId="{C7E2C30F-4A5D-4F19-91A4-D692C14D85AF}" type="presOf" srcId="{D88F6FC3-7BDD-42F7-B19F-99B2BCCA3E92}" destId="{33274E35-8751-45BB-88C7-053174B419F5}" srcOrd="0" destOrd="0" presId="urn:microsoft.com/office/officeart/2005/8/layout/list1"/>
    <dgm:cxn modelId="{01C45015-D83D-499C-99EC-771F2A57CB2D}" srcId="{74DCC87F-961E-4DF8-B92D-75C80AE4CE4F}" destId="{D5A81B6A-B302-4D00-9D9E-EB7D005F070A}" srcOrd="4" destOrd="0" parTransId="{37B01D62-F882-432D-B2B7-DCA8A403C6ED}" sibTransId="{2515C32E-B45F-44AD-8FC5-012A9A23FC26}"/>
    <dgm:cxn modelId="{9B18F61D-CF74-4131-A1F4-2F91F6E40EE5}" srcId="{74DCC87F-961E-4DF8-B92D-75C80AE4CE4F}" destId="{10708408-6D36-4B7D-BEBF-A590AC2B2C93}" srcOrd="1" destOrd="0" parTransId="{8D2B13C8-5A34-47CA-85F8-9805230B2A3D}" sibTransId="{9BF9C8D2-D621-4D98-B87C-BF558387DF06}"/>
    <dgm:cxn modelId="{F6CFD425-31F9-4822-94D5-D1399F625D31}" srcId="{74DCC87F-961E-4DF8-B92D-75C80AE4CE4F}" destId="{8A1DF76F-BB6E-479A-B791-12AA1D3E9567}" srcOrd="0" destOrd="0" parTransId="{80126F50-3606-41B3-BAE8-E1F8859AAE70}" sibTransId="{5C5137A3-B785-40FB-99CC-E60534FB182F}"/>
    <dgm:cxn modelId="{0310DE33-D7E8-402C-B78B-69DFD42C01EA}" srcId="{74DCC87F-961E-4DF8-B92D-75C80AE4CE4F}" destId="{4E26A5B3-C522-43B4-9AAA-2BC9BAA39234}" srcOrd="6" destOrd="0" parTransId="{00D0D682-2043-42C0-9E9F-91BE89916147}" sibTransId="{1BEA1745-1A91-4B8A-AA4D-D270E3744A78}"/>
    <dgm:cxn modelId="{BD253C3E-90DE-4EA9-8A9C-3C0089E3F19F}" type="presOf" srcId="{4E26A5B3-C522-43B4-9AAA-2BC9BAA39234}" destId="{74BEE3E3-6965-4F4B-9525-1FB38C5FE925}" srcOrd="0" destOrd="0" presId="urn:microsoft.com/office/officeart/2005/8/layout/list1"/>
    <dgm:cxn modelId="{6F9C345F-FBCE-478B-8159-2E6DCE7BAF6D}" type="presOf" srcId="{785ACB87-2795-42CB-A43A-743DD2227EA6}" destId="{527F5BA3-371D-4AE0-B87A-668DCEE6A1CA}" srcOrd="1" destOrd="0" presId="urn:microsoft.com/office/officeart/2005/8/layout/list1"/>
    <dgm:cxn modelId="{A6DDB060-2FEC-4E3E-A5F1-5BF8B3485D6F}" type="presOf" srcId="{5F77CF9E-BCFD-4325-8E43-7AC3589B6B7E}" destId="{11928AEB-E32B-4689-A238-C18B7111190E}" srcOrd="0" destOrd="0" presId="urn:microsoft.com/office/officeart/2005/8/layout/list1"/>
    <dgm:cxn modelId="{90A57041-D25E-497F-B6A8-F08953DA737C}" type="presOf" srcId="{8A1DF76F-BB6E-479A-B791-12AA1D3E9567}" destId="{FC5595AD-741D-479C-94ED-B41127C2D30C}" srcOrd="1" destOrd="0" presId="urn:microsoft.com/office/officeart/2005/8/layout/list1"/>
    <dgm:cxn modelId="{64308A61-2A69-4BFB-862E-3E771C486BAB}" srcId="{74DCC87F-961E-4DF8-B92D-75C80AE4CE4F}" destId="{09B1DCEF-6CCF-4E27-8F53-C9241CF7DE48}" srcOrd="9" destOrd="0" parTransId="{BFADC8F6-8864-4668-ABF2-3ADF8E87DEBB}" sibTransId="{AAF95CA0-02D7-4B60-8BAD-C3D13F6C2847}"/>
    <dgm:cxn modelId="{A85F6C65-03C9-4B05-9CAD-D7EEED8A2BB4}" type="presOf" srcId="{D5A81B6A-B302-4D00-9D9E-EB7D005F070A}" destId="{A08B0E8E-8C7F-4255-A3F8-34FAAC135F61}" srcOrd="1" destOrd="0" presId="urn:microsoft.com/office/officeart/2005/8/layout/list1"/>
    <dgm:cxn modelId="{A9445846-FEA2-421B-8981-046678AE2A1C}" type="presOf" srcId="{10708408-6D36-4B7D-BEBF-A590AC2B2C93}" destId="{D5FBFB3E-AF30-4644-971E-72A9D5B69B7E}" srcOrd="1" destOrd="0" presId="urn:microsoft.com/office/officeart/2005/8/layout/list1"/>
    <dgm:cxn modelId="{76232C6A-03B2-43A8-A8AD-40D747B4DE9B}" srcId="{74DCC87F-961E-4DF8-B92D-75C80AE4CE4F}" destId="{D88F6FC3-7BDD-42F7-B19F-99B2BCCA3E92}" srcOrd="5" destOrd="0" parTransId="{5FC457B8-A9F4-41FB-A6D6-4BC02D5F4CCD}" sibTransId="{414DEF70-243E-4028-8153-477A4091A5FB}"/>
    <dgm:cxn modelId="{51FF816D-9D03-4750-9221-228E100D7C80}" type="presOf" srcId="{D5A81B6A-B302-4D00-9D9E-EB7D005F070A}" destId="{B3B02199-AC2A-4F0B-A4CD-FDDC33232A60}" srcOrd="0" destOrd="0" presId="urn:microsoft.com/office/officeart/2005/8/layout/list1"/>
    <dgm:cxn modelId="{8B676470-28F6-46B0-A6D8-DB2486EC20E3}" type="presOf" srcId="{354638AD-F668-46FD-B66B-13F8AF7906FB}" destId="{4E0EC255-89F1-4ECD-8CEB-A36054D0B55B}" srcOrd="1" destOrd="0" presId="urn:microsoft.com/office/officeart/2005/8/layout/list1"/>
    <dgm:cxn modelId="{2B543A5A-AB47-4626-83F7-273EE9F70706}" srcId="{74DCC87F-961E-4DF8-B92D-75C80AE4CE4F}" destId="{2EE85648-0BC9-4AA0-89FF-B575F12576B8}" srcOrd="10" destOrd="0" parTransId="{B36C580A-A389-45FC-B1BC-A40A8BB5F7A6}" sibTransId="{D42B14E0-D5B9-4A29-9056-091A82A2D32B}"/>
    <dgm:cxn modelId="{8EEC5095-9CEB-4392-93D0-A1174A269F61}" type="presOf" srcId="{C83BDD41-8921-45D5-B42C-FA68B5FD02BF}" destId="{EAB68C95-726F-4985-BDFC-96AE74956DB2}" srcOrd="1" destOrd="0" presId="urn:microsoft.com/office/officeart/2005/8/layout/list1"/>
    <dgm:cxn modelId="{CB26B09F-AA64-46A7-AF90-35335CDBD9D8}" srcId="{74DCC87F-961E-4DF8-B92D-75C80AE4CE4F}" destId="{785ACB87-2795-42CB-A43A-743DD2227EA6}" srcOrd="7" destOrd="0" parTransId="{F511A68B-3DCC-40A1-B8E9-6F7F3E83B551}" sibTransId="{7A30C6C8-EFEC-43E3-A457-BDA410C78405}"/>
    <dgm:cxn modelId="{A50E68A0-7F18-4AC8-89DF-6C7098939306}" type="presOf" srcId="{09B1DCEF-6CCF-4E27-8F53-C9241CF7DE48}" destId="{44E4CD8E-9E25-4D22-8CB4-00A3E6601428}" srcOrd="0" destOrd="0" presId="urn:microsoft.com/office/officeart/2005/8/layout/list1"/>
    <dgm:cxn modelId="{BBE7E4A2-C20B-4577-A4D2-638D054E2399}" type="presOf" srcId="{C83BDD41-8921-45D5-B42C-FA68B5FD02BF}" destId="{5B1CD7BF-057B-40C6-95E4-0CA5CF8E263B}" srcOrd="0" destOrd="0" presId="urn:microsoft.com/office/officeart/2005/8/layout/list1"/>
    <dgm:cxn modelId="{8B9707AB-F6E8-459F-9B04-0B4E8AABE490}" type="presOf" srcId="{6920EEEC-8D2C-4678-8B13-80F013410BDD}" destId="{227FD569-7C22-4BC0-8CCF-54D834AF3383}" srcOrd="0" destOrd="0" presId="urn:microsoft.com/office/officeart/2005/8/layout/list1"/>
    <dgm:cxn modelId="{AF927DAC-20AD-4CDB-9895-6826E9BC7478}" type="presOf" srcId="{354638AD-F668-46FD-B66B-13F8AF7906FB}" destId="{0949B521-3F4C-422C-A2EC-7F0FDC407213}" srcOrd="0" destOrd="0" presId="urn:microsoft.com/office/officeart/2005/8/layout/list1"/>
    <dgm:cxn modelId="{5ACBFFB5-29C8-4BCA-8682-220015B95BD1}" type="presOf" srcId="{74DCC87F-961E-4DF8-B92D-75C80AE4CE4F}" destId="{0B780D78-199E-4300-A693-D6F97EF5F986}" srcOrd="0" destOrd="0" presId="urn:microsoft.com/office/officeart/2005/8/layout/list1"/>
    <dgm:cxn modelId="{542287BA-53EF-4F8F-9CA4-744CE940A6EE}" type="presOf" srcId="{6920EEEC-8D2C-4678-8B13-80F013410BDD}" destId="{7D55F781-07F4-4C31-A2E4-EAA06630527E}" srcOrd="1" destOrd="0" presId="urn:microsoft.com/office/officeart/2005/8/layout/list1"/>
    <dgm:cxn modelId="{D7BFAFC4-B07D-4FE3-8BCB-482A4CC7A9B8}" type="presOf" srcId="{5F77CF9E-BCFD-4325-8E43-7AC3589B6B7E}" destId="{2690095D-C682-4C4A-BD20-A8FC25F1AE82}" srcOrd="1" destOrd="0" presId="urn:microsoft.com/office/officeart/2005/8/layout/list1"/>
    <dgm:cxn modelId="{5061B1CC-E50A-4D73-91BD-637C5137A4AD}" type="presOf" srcId="{4E26A5B3-C522-43B4-9AAA-2BC9BAA39234}" destId="{2E6479BD-17C2-4B62-9598-1A179A816511}" srcOrd="1" destOrd="0" presId="urn:microsoft.com/office/officeart/2005/8/layout/list1"/>
    <dgm:cxn modelId="{8D247FD2-6E5F-414B-8989-646255A9AB97}" srcId="{74DCC87F-961E-4DF8-B92D-75C80AE4CE4F}" destId="{354638AD-F668-46FD-B66B-13F8AF7906FB}" srcOrd="2" destOrd="0" parTransId="{B748A4E7-66A8-407D-BEB5-1A548C1D9DF5}" sibTransId="{3E98947C-1BAF-4823-A024-236E0B217241}"/>
    <dgm:cxn modelId="{6C4765DA-387D-401D-B3C8-3EEE2F5055BA}" type="presOf" srcId="{09B1DCEF-6CCF-4E27-8F53-C9241CF7DE48}" destId="{0A427700-7D58-459E-9B8B-B9175C296A48}" srcOrd="1" destOrd="0" presId="urn:microsoft.com/office/officeart/2005/8/layout/list1"/>
    <dgm:cxn modelId="{766A8CDA-C184-4636-B3F9-959B8220623A}" type="presOf" srcId="{10708408-6D36-4B7D-BEBF-A590AC2B2C93}" destId="{78B90B25-6254-4BB0-B462-8B502E1DD088}" srcOrd="0" destOrd="0" presId="urn:microsoft.com/office/officeart/2005/8/layout/list1"/>
    <dgm:cxn modelId="{48F2B5DA-347B-4946-A020-5BE4233A9B23}" type="presOf" srcId="{785ACB87-2795-42CB-A43A-743DD2227EA6}" destId="{827C1C72-3CAA-4D03-920E-89A9E556E12D}" srcOrd="0" destOrd="0" presId="urn:microsoft.com/office/officeart/2005/8/layout/list1"/>
    <dgm:cxn modelId="{A48E4EE6-1E33-4DDC-B917-7D1921C2DA37}" srcId="{74DCC87F-961E-4DF8-B92D-75C80AE4CE4F}" destId="{6920EEEC-8D2C-4678-8B13-80F013410BDD}" srcOrd="11" destOrd="0" parTransId="{6CC2C35A-C4F4-44B8-822F-58BA688B4E3F}" sibTransId="{3E1BD0E5-6F34-480C-B732-F43B7DCD031B}"/>
    <dgm:cxn modelId="{F3F017E9-E228-418B-BF74-FB35BBCFB9A6}" srcId="{74DCC87F-961E-4DF8-B92D-75C80AE4CE4F}" destId="{5F77CF9E-BCFD-4325-8E43-7AC3589B6B7E}" srcOrd="3" destOrd="0" parTransId="{8896BD91-0238-49C7-8D75-390D6CFA76D8}" sibTransId="{09014239-DABB-4244-993C-4B9885734537}"/>
    <dgm:cxn modelId="{1AF99CEA-8C2E-45FE-96E2-44E8010EF6D2}" type="presOf" srcId="{2EE85648-0BC9-4AA0-89FF-B575F12576B8}" destId="{EAE2C596-F46E-415D-9FB8-D0EA3E813BF3}" srcOrd="0" destOrd="0" presId="urn:microsoft.com/office/officeart/2005/8/layout/list1"/>
    <dgm:cxn modelId="{0C41F0EE-A9EB-4F39-98A6-A945E357CB29}" srcId="{74DCC87F-961E-4DF8-B92D-75C80AE4CE4F}" destId="{C83BDD41-8921-45D5-B42C-FA68B5FD02BF}" srcOrd="8" destOrd="0" parTransId="{D42DD6BB-91F3-4351-8469-B92EEC984110}" sibTransId="{8E21A9B9-3D3D-42EB-B472-2B0A75689488}"/>
    <dgm:cxn modelId="{E556FAF2-0756-45E6-A58A-EB1167123B89}" type="presOf" srcId="{8A1DF76F-BB6E-479A-B791-12AA1D3E9567}" destId="{C1C73789-F552-4FF2-B95E-C69C025A1060}" srcOrd="0" destOrd="0" presId="urn:microsoft.com/office/officeart/2005/8/layout/list1"/>
    <dgm:cxn modelId="{8774EAF6-7582-4B7C-9099-6BEE2AB95AB4}" type="presOf" srcId="{2EE85648-0BC9-4AA0-89FF-B575F12576B8}" destId="{FA30E27F-5C4F-48D2-835C-4875060C454B}" srcOrd="1" destOrd="0" presId="urn:microsoft.com/office/officeart/2005/8/layout/list1"/>
    <dgm:cxn modelId="{9AD2CDF8-8548-4EFC-A0D4-3D19C66F97C4}" type="presParOf" srcId="{0B780D78-199E-4300-A693-D6F97EF5F986}" destId="{AB711B2A-DB8A-4E78-8A51-7A006FB82405}" srcOrd="0" destOrd="0" presId="urn:microsoft.com/office/officeart/2005/8/layout/list1"/>
    <dgm:cxn modelId="{31596D92-3595-42CD-A4E0-52470E1CCA04}" type="presParOf" srcId="{AB711B2A-DB8A-4E78-8A51-7A006FB82405}" destId="{C1C73789-F552-4FF2-B95E-C69C025A1060}" srcOrd="0" destOrd="0" presId="urn:microsoft.com/office/officeart/2005/8/layout/list1"/>
    <dgm:cxn modelId="{95A4ED9C-D0E2-4D8B-B738-6CDF707ABC6E}" type="presParOf" srcId="{AB711B2A-DB8A-4E78-8A51-7A006FB82405}" destId="{FC5595AD-741D-479C-94ED-B41127C2D30C}" srcOrd="1" destOrd="0" presId="urn:microsoft.com/office/officeart/2005/8/layout/list1"/>
    <dgm:cxn modelId="{3243A367-FCD7-40ED-B09B-78DC2892E8D5}" type="presParOf" srcId="{0B780D78-199E-4300-A693-D6F97EF5F986}" destId="{5B43CB98-6094-4D72-AEC4-3B56AD698D0D}" srcOrd="1" destOrd="0" presId="urn:microsoft.com/office/officeart/2005/8/layout/list1"/>
    <dgm:cxn modelId="{7AEB638D-93FA-42AE-B0A0-B11B201B1219}" type="presParOf" srcId="{0B780D78-199E-4300-A693-D6F97EF5F986}" destId="{C9227AC1-1BF1-4CB5-864D-1F1C35C267D4}" srcOrd="2" destOrd="0" presId="urn:microsoft.com/office/officeart/2005/8/layout/list1"/>
    <dgm:cxn modelId="{F4AEB36B-6B0B-4103-93B8-639DD32D6E6D}" type="presParOf" srcId="{0B780D78-199E-4300-A693-D6F97EF5F986}" destId="{76379CA2-9CD9-4B68-BA3F-BB94A437B20B}" srcOrd="3" destOrd="0" presId="urn:microsoft.com/office/officeart/2005/8/layout/list1"/>
    <dgm:cxn modelId="{14D23396-2BEF-4AE8-BF41-DE29E0B971AC}" type="presParOf" srcId="{0B780D78-199E-4300-A693-D6F97EF5F986}" destId="{047E0C47-3DB2-431F-A4C8-4CD363D3B823}" srcOrd="4" destOrd="0" presId="urn:microsoft.com/office/officeart/2005/8/layout/list1"/>
    <dgm:cxn modelId="{3E8D037E-B1EA-41AD-8707-873651EC413B}" type="presParOf" srcId="{047E0C47-3DB2-431F-A4C8-4CD363D3B823}" destId="{78B90B25-6254-4BB0-B462-8B502E1DD088}" srcOrd="0" destOrd="0" presId="urn:microsoft.com/office/officeart/2005/8/layout/list1"/>
    <dgm:cxn modelId="{CCDFA129-3781-4693-BE54-FBCAF97DF990}" type="presParOf" srcId="{047E0C47-3DB2-431F-A4C8-4CD363D3B823}" destId="{D5FBFB3E-AF30-4644-971E-72A9D5B69B7E}" srcOrd="1" destOrd="0" presId="urn:microsoft.com/office/officeart/2005/8/layout/list1"/>
    <dgm:cxn modelId="{2E95FC64-2486-4B58-98C2-65972322001F}" type="presParOf" srcId="{0B780D78-199E-4300-A693-D6F97EF5F986}" destId="{86CF052E-923F-4227-ABF0-95C2FF075F55}" srcOrd="5" destOrd="0" presId="urn:microsoft.com/office/officeart/2005/8/layout/list1"/>
    <dgm:cxn modelId="{B1610561-2CC1-4072-843A-4B1B329E3BCB}" type="presParOf" srcId="{0B780D78-199E-4300-A693-D6F97EF5F986}" destId="{4B705F14-EF6E-47A1-83AC-F9A4EA9DCD99}" srcOrd="6" destOrd="0" presId="urn:microsoft.com/office/officeart/2005/8/layout/list1"/>
    <dgm:cxn modelId="{E41A112E-C81F-4766-A8B0-4EEFC10402A6}" type="presParOf" srcId="{0B780D78-199E-4300-A693-D6F97EF5F986}" destId="{64D9A99A-B3BE-4D6A-B34A-A753C38956F0}" srcOrd="7" destOrd="0" presId="urn:microsoft.com/office/officeart/2005/8/layout/list1"/>
    <dgm:cxn modelId="{2F059963-FEFE-4465-A4B3-C0E5BEACE7D1}" type="presParOf" srcId="{0B780D78-199E-4300-A693-D6F97EF5F986}" destId="{84921B4F-9AA1-4618-97E3-FC85366EB2A0}" srcOrd="8" destOrd="0" presId="urn:microsoft.com/office/officeart/2005/8/layout/list1"/>
    <dgm:cxn modelId="{4F646866-05C4-4FD1-9D3A-D3BACD96ACB6}" type="presParOf" srcId="{84921B4F-9AA1-4618-97E3-FC85366EB2A0}" destId="{0949B521-3F4C-422C-A2EC-7F0FDC407213}" srcOrd="0" destOrd="0" presId="urn:microsoft.com/office/officeart/2005/8/layout/list1"/>
    <dgm:cxn modelId="{BF16DC0E-03C5-4483-9859-D447D2D0CF36}" type="presParOf" srcId="{84921B4F-9AA1-4618-97E3-FC85366EB2A0}" destId="{4E0EC255-89F1-4ECD-8CEB-A36054D0B55B}" srcOrd="1" destOrd="0" presId="urn:microsoft.com/office/officeart/2005/8/layout/list1"/>
    <dgm:cxn modelId="{6D2F65B7-7790-43F1-A153-B2BD18C3F598}" type="presParOf" srcId="{0B780D78-199E-4300-A693-D6F97EF5F986}" destId="{2D8EB3B2-C86A-4D2D-ABC7-680390DCF5E0}" srcOrd="9" destOrd="0" presId="urn:microsoft.com/office/officeart/2005/8/layout/list1"/>
    <dgm:cxn modelId="{A6EA18BA-20C1-4B99-84ED-9AE84FBFA41C}" type="presParOf" srcId="{0B780D78-199E-4300-A693-D6F97EF5F986}" destId="{0893C5BF-2D1A-475E-9A5B-CF95378A190A}" srcOrd="10" destOrd="0" presId="urn:microsoft.com/office/officeart/2005/8/layout/list1"/>
    <dgm:cxn modelId="{959D3CBC-AEA5-4733-81B9-24940E52473D}" type="presParOf" srcId="{0B780D78-199E-4300-A693-D6F97EF5F986}" destId="{2F6A9ABE-AE6B-4CC3-9355-62F4AC9DDBAF}" srcOrd="11" destOrd="0" presId="urn:microsoft.com/office/officeart/2005/8/layout/list1"/>
    <dgm:cxn modelId="{DC0609E9-F77F-404A-9D6F-3489842EDF49}" type="presParOf" srcId="{0B780D78-199E-4300-A693-D6F97EF5F986}" destId="{D8C37164-49F5-48D3-9F3A-364CBCB7E616}" srcOrd="12" destOrd="0" presId="urn:microsoft.com/office/officeart/2005/8/layout/list1"/>
    <dgm:cxn modelId="{18B44991-0E81-4270-BF7A-BF40AC6D8989}" type="presParOf" srcId="{D8C37164-49F5-48D3-9F3A-364CBCB7E616}" destId="{11928AEB-E32B-4689-A238-C18B7111190E}" srcOrd="0" destOrd="0" presId="urn:microsoft.com/office/officeart/2005/8/layout/list1"/>
    <dgm:cxn modelId="{7CCA4C35-05D1-4004-9C8E-B6ADE9FF3614}" type="presParOf" srcId="{D8C37164-49F5-48D3-9F3A-364CBCB7E616}" destId="{2690095D-C682-4C4A-BD20-A8FC25F1AE82}" srcOrd="1" destOrd="0" presId="urn:microsoft.com/office/officeart/2005/8/layout/list1"/>
    <dgm:cxn modelId="{B995B663-D0BA-4DA0-8B11-ED10DD89ABE3}" type="presParOf" srcId="{0B780D78-199E-4300-A693-D6F97EF5F986}" destId="{2F81A02B-4240-46B4-8A69-235672922F6A}" srcOrd="13" destOrd="0" presId="urn:microsoft.com/office/officeart/2005/8/layout/list1"/>
    <dgm:cxn modelId="{CA84FAE0-0C26-432B-AD9A-A1EF582B00D9}" type="presParOf" srcId="{0B780D78-199E-4300-A693-D6F97EF5F986}" destId="{BA0A9E78-6452-4B8A-AE51-6D689E339484}" srcOrd="14" destOrd="0" presId="urn:microsoft.com/office/officeart/2005/8/layout/list1"/>
    <dgm:cxn modelId="{7E32A89C-BB69-44B9-8B5D-011EDF81E2C4}" type="presParOf" srcId="{0B780D78-199E-4300-A693-D6F97EF5F986}" destId="{AA21A30D-C12B-4264-A542-9601FE254C5D}" srcOrd="15" destOrd="0" presId="urn:microsoft.com/office/officeart/2005/8/layout/list1"/>
    <dgm:cxn modelId="{7FC9CC5A-0897-4EF3-9ABC-8DD052F39188}" type="presParOf" srcId="{0B780D78-199E-4300-A693-D6F97EF5F986}" destId="{6686CB89-8EEC-4F53-BF0D-BA644582D393}" srcOrd="16" destOrd="0" presId="urn:microsoft.com/office/officeart/2005/8/layout/list1"/>
    <dgm:cxn modelId="{5A4FC97C-2DE4-4E08-A9A5-1EE5C8803069}" type="presParOf" srcId="{6686CB89-8EEC-4F53-BF0D-BA644582D393}" destId="{B3B02199-AC2A-4F0B-A4CD-FDDC33232A60}" srcOrd="0" destOrd="0" presId="urn:microsoft.com/office/officeart/2005/8/layout/list1"/>
    <dgm:cxn modelId="{FD1F95D6-5FBA-4A3B-95B6-C1DC2A97D98D}" type="presParOf" srcId="{6686CB89-8EEC-4F53-BF0D-BA644582D393}" destId="{A08B0E8E-8C7F-4255-A3F8-34FAAC135F61}" srcOrd="1" destOrd="0" presId="urn:microsoft.com/office/officeart/2005/8/layout/list1"/>
    <dgm:cxn modelId="{C67027EA-79E3-4E42-A8A6-312A66DCAC3B}" type="presParOf" srcId="{0B780D78-199E-4300-A693-D6F97EF5F986}" destId="{7973F4F7-49DE-4E60-AEFF-6F126D957018}" srcOrd="17" destOrd="0" presId="urn:microsoft.com/office/officeart/2005/8/layout/list1"/>
    <dgm:cxn modelId="{3BAD0C44-5813-4A39-B7F3-3D10DDDB8BFA}" type="presParOf" srcId="{0B780D78-199E-4300-A693-D6F97EF5F986}" destId="{D524D4B0-4F47-4D31-8A61-14197528B68A}" srcOrd="18" destOrd="0" presId="urn:microsoft.com/office/officeart/2005/8/layout/list1"/>
    <dgm:cxn modelId="{90C9B675-4904-4383-A548-DCB245E6A2A8}" type="presParOf" srcId="{0B780D78-199E-4300-A693-D6F97EF5F986}" destId="{8C4392E4-1661-4A3E-8965-BE4D2933256A}" srcOrd="19" destOrd="0" presId="urn:microsoft.com/office/officeart/2005/8/layout/list1"/>
    <dgm:cxn modelId="{C1D7B994-DCBF-4034-9A82-18F341295018}" type="presParOf" srcId="{0B780D78-199E-4300-A693-D6F97EF5F986}" destId="{12CACB77-AB8B-4B26-856E-F96DE5F76361}" srcOrd="20" destOrd="0" presId="urn:microsoft.com/office/officeart/2005/8/layout/list1"/>
    <dgm:cxn modelId="{A136ED57-3E5E-4B91-BBCA-5B975C279BC1}" type="presParOf" srcId="{12CACB77-AB8B-4B26-856E-F96DE5F76361}" destId="{33274E35-8751-45BB-88C7-053174B419F5}" srcOrd="0" destOrd="0" presId="urn:microsoft.com/office/officeart/2005/8/layout/list1"/>
    <dgm:cxn modelId="{1CCBE254-D5D5-45FF-9B66-11F6FEF890A8}" type="presParOf" srcId="{12CACB77-AB8B-4B26-856E-F96DE5F76361}" destId="{A9CC9630-0510-47D5-B845-7B11EF8C8726}" srcOrd="1" destOrd="0" presId="urn:microsoft.com/office/officeart/2005/8/layout/list1"/>
    <dgm:cxn modelId="{94455B8C-D382-4FB3-89D0-5BB44FF8D733}" type="presParOf" srcId="{0B780D78-199E-4300-A693-D6F97EF5F986}" destId="{9CABAB8E-DB53-4E78-88F7-D9EA5BD787D8}" srcOrd="21" destOrd="0" presId="urn:microsoft.com/office/officeart/2005/8/layout/list1"/>
    <dgm:cxn modelId="{E254B85D-481C-465E-B8C2-C263BB03862F}" type="presParOf" srcId="{0B780D78-199E-4300-A693-D6F97EF5F986}" destId="{6B5F2D5C-5996-49E2-9ECD-B986D8E044FB}" srcOrd="22" destOrd="0" presId="urn:microsoft.com/office/officeart/2005/8/layout/list1"/>
    <dgm:cxn modelId="{8C8160FA-B65C-4578-869F-7DE22D317293}" type="presParOf" srcId="{0B780D78-199E-4300-A693-D6F97EF5F986}" destId="{A2D80F7B-59FB-421B-A04B-377A227DC3AC}" srcOrd="23" destOrd="0" presId="urn:microsoft.com/office/officeart/2005/8/layout/list1"/>
    <dgm:cxn modelId="{19F626DA-ABF9-4F3B-A31C-29D384112F86}" type="presParOf" srcId="{0B780D78-199E-4300-A693-D6F97EF5F986}" destId="{90A94F11-7CA8-4ED1-8CAE-FE7B1FE44954}" srcOrd="24" destOrd="0" presId="urn:microsoft.com/office/officeart/2005/8/layout/list1"/>
    <dgm:cxn modelId="{8466EA73-F47A-4AFB-A90E-3629D2F1DD4C}" type="presParOf" srcId="{90A94F11-7CA8-4ED1-8CAE-FE7B1FE44954}" destId="{74BEE3E3-6965-4F4B-9525-1FB38C5FE925}" srcOrd="0" destOrd="0" presId="urn:microsoft.com/office/officeart/2005/8/layout/list1"/>
    <dgm:cxn modelId="{DAACF701-86A6-433F-B830-E1DDF6E938A0}" type="presParOf" srcId="{90A94F11-7CA8-4ED1-8CAE-FE7B1FE44954}" destId="{2E6479BD-17C2-4B62-9598-1A179A816511}" srcOrd="1" destOrd="0" presId="urn:microsoft.com/office/officeart/2005/8/layout/list1"/>
    <dgm:cxn modelId="{17D414E8-AA26-449D-A04D-4DC9078316C1}" type="presParOf" srcId="{0B780D78-199E-4300-A693-D6F97EF5F986}" destId="{8E6892FB-1175-4A61-9E12-AFDA53ACE2C7}" srcOrd="25" destOrd="0" presId="urn:microsoft.com/office/officeart/2005/8/layout/list1"/>
    <dgm:cxn modelId="{66A43AD0-7132-4111-A8EC-0CA2375D0BF9}" type="presParOf" srcId="{0B780D78-199E-4300-A693-D6F97EF5F986}" destId="{B767CEFF-DB6B-4AE7-8BAC-740813957E5C}" srcOrd="26" destOrd="0" presId="urn:microsoft.com/office/officeart/2005/8/layout/list1"/>
    <dgm:cxn modelId="{B83715A1-EBEA-4F3F-AB45-C09FAC278D1C}" type="presParOf" srcId="{0B780D78-199E-4300-A693-D6F97EF5F986}" destId="{0142F35C-9F1F-49DD-A2C1-323D45E8804C}" srcOrd="27" destOrd="0" presId="urn:microsoft.com/office/officeart/2005/8/layout/list1"/>
    <dgm:cxn modelId="{8A7F2857-F8A2-4FC2-AE86-1FF03548131A}" type="presParOf" srcId="{0B780D78-199E-4300-A693-D6F97EF5F986}" destId="{06354F8E-18CC-480F-9E44-519978943993}" srcOrd="28" destOrd="0" presId="urn:microsoft.com/office/officeart/2005/8/layout/list1"/>
    <dgm:cxn modelId="{005C7110-7678-4D84-848D-0129A0460D29}" type="presParOf" srcId="{06354F8E-18CC-480F-9E44-519978943993}" destId="{827C1C72-3CAA-4D03-920E-89A9E556E12D}" srcOrd="0" destOrd="0" presId="urn:microsoft.com/office/officeart/2005/8/layout/list1"/>
    <dgm:cxn modelId="{DFF69763-0DB0-4F17-A53E-381041BBB79A}" type="presParOf" srcId="{06354F8E-18CC-480F-9E44-519978943993}" destId="{527F5BA3-371D-4AE0-B87A-668DCEE6A1CA}" srcOrd="1" destOrd="0" presId="urn:microsoft.com/office/officeart/2005/8/layout/list1"/>
    <dgm:cxn modelId="{BE5D1799-3794-4CEA-BDE0-F82DD3CB0BE0}" type="presParOf" srcId="{0B780D78-199E-4300-A693-D6F97EF5F986}" destId="{66E2C8D4-A5E1-44BF-A380-25A010595765}" srcOrd="29" destOrd="0" presId="urn:microsoft.com/office/officeart/2005/8/layout/list1"/>
    <dgm:cxn modelId="{458DBF49-B43C-47C8-8633-CD06820C4D23}" type="presParOf" srcId="{0B780D78-199E-4300-A693-D6F97EF5F986}" destId="{618D87AA-43A7-4801-AF8D-665093B79FC2}" srcOrd="30" destOrd="0" presId="urn:microsoft.com/office/officeart/2005/8/layout/list1"/>
    <dgm:cxn modelId="{F4EE51DD-34BB-4BF9-9BC5-D3A5B3571291}" type="presParOf" srcId="{0B780D78-199E-4300-A693-D6F97EF5F986}" destId="{3CC66BF5-743F-4F5A-ACA4-39198CD8BF75}" srcOrd="31" destOrd="0" presId="urn:microsoft.com/office/officeart/2005/8/layout/list1"/>
    <dgm:cxn modelId="{FA4D7E3F-F1C8-412B-AA32-ED016EA347A7}" type="presParOf" srcId="{0B780D78-199E-4300-A693-D6F97EF5F986}" destId="{65278A73-4950-46F5-BFFF-3808B94E5A68}" srcOrd="32" destOrd="0" presId="urn:microsoft.com/office/officeart/2005/8/layout/list1"/>
    <dgm:cxn modelId="{791FAB7B-C6B7-461C-9A38-FC4205AEE2E1}" type="presParOf" srcId="{65278A73-4950-46F5-BFFF-3808B94E5A68}" destId="{5B1CD7BF-057B-40C6-95E4-0CA5CF8E263B}" srcOrd="0" destOrd="0" presId="urn:microsoft.com/office/officeart/2005/8/layout/list1"/>
    <dgm:cxn modelId="{00130F12-70BE-4A57-939B-340EC3EAF3DF}" type="presParOf" srcId="{65278A73-4950-46F5-BFFF-3808B94E5A68}" destId="{EAB68C95-726F-4985-BDFC-96AE74956DB2}" srcOrd="1" destOrd="0" presId="urn:microsoft.com/office/officeart/2005/8/layout/list1"/>
    <dgm:cxn modelId="{188937AC-A547-463B-92C4-455E99FD0061}" type="presParOf" srcId="{0B780D78-199E-4300-A693-D6F97EF5F986}" destId="{AA1F27E5-B285-48F1-B677-553153BD46C1}" srcOrd="33" destOrd="0" presId="urn:microsoft.com/office/officeart/2005/8/layout/list1"/>
    <dgm:cxn modelId="{7E44E6EC-5B9B-47F2-99B9-C04555BCEC17}" type="presParOf" srcId="{0B780D78-199E-4300-A693-D6F97EF5F986}" destId="{AEAED330-3F0C-4930-826B-6E673746044E}" srcOrd="34" destOrd="0" presId="urn:microsoft.com/office/officeart/2005/8/layout/list1"/>
    <dgm:cxn modelId="{467F555D-E17C-4771-A85E-43581B248C0F}" type="presParOf" srcId="{0B780D78-199E-4300-A693-D6F97EF5F986}" destId="{06A1786F-0367-44E6-8266-FDEAFA391FC0}" srcOrd="35" destOrd="0" presId="urn:microsoft.com/office/officeart/2005/8/layout/list1"/>
    <dgm:cxn modelId="{E2D0437C-CA04-438C-BDBD-34B14D71AB08}" type="presParOf" srcId="{0B780D78-199E-4300-A693-D6F97EF5F986}" destId="{7F884000-6D93-465F-A85C-FAF112612AAC}" srcOrd="36" destOrd="0" presId="urn:microsoft.com/office/officeart/2005/8/layout/list1"/>
    <dgm:cxn modelId="{326C1CDE-FDDC-4145-BD49-6D5EF8DC6931}" type="presParOf" srcId="{7F884000-6D93-465F-A85C-FAF112612AAC}" destId="{44E4CD8E-9E25-4D22-8CB4-00A3E6601428}" srcOrd="0" destOrd="0" presId="urn:microsoft.com/office/officeart/2005/8/layout/list1"/>
    <dgm:cxn modelId="{2F725FD9-BBC4-4058-B365-3D4D4DAC2C00}" type="presParOf" srcId="{7F884000-6D93-465F-A85C-FAF112612AAC}" destId="{0A427700-7D58-459E-9B8B-B9175C296A48}" srcOrd="1" destOrd="0" presId="urn:microsoft.com/office/officeart/2005/8/layout/list1"/>
    <dgm:cxn modelId="{719DADD3-70AE-4DF5-BEFA-0BCDC0982523}" type="presParOf" srcId="{0B780D78-199E-4300-A693-D6F97EF5F986}" destId="{F6E47545-EA14-4B16-B900-5F0A196F8194}" srcOrd="37" destOrd="0" presId="urn:microsoft.com/office/officeart/2005/8/layout/list1"/>
    <dgm:cxn modelId="{7E88DB79-FB81-4418-83DE-64D21BD7EF7A}" type="presParOf" srcId="{0B780D78-199E-4300-A693-D6F97EF5F986}" destId="{FDEC5003-E064-4B42-B2CB-36DA6448A6B3}" srcOrd="38" destOrd="0" presId="urn:microsoft.com/office/officeart/2005/8/layout/list1"/>
    <dgm:cxn modelId="{994D2EEC-670B-4664-9FD8-E86F193124EB}" type="presParOf" srcId="{0B780D78-199E-4300-A693-D6F97EF5F986}" destId="{96FF8E25-9CCE-49A2-84E2-B51CC6D3A7D2}" srcOrd="39" destOrd="0" presId="urn:microsoft.com/office/officeart/2005/8/layout/list1"/>
    <dgm:cxn modelId="{93497ED2-1AB8-4E76-B058-4EEDEC52148D}" type="presParOf" srcId="{0B780D78-199E-4300-A693-D6F97EF5F986}" destId="{3FA9F286-8656-4505-AA4F-00630DEE4D3B}" srcOrd="40" destOrd="0" presId="urn:microsoft.com/office/officeart/2005/8/layout/list1"/>
    <dgm:cxn modelId="{D42F7F3D-80E7-4A49-965C-27085AB8EAF1}" type="presParOf" srcId="{3FA9F286-8656-4505-AA4F-00630DEE4D3B}" destId="{EAE2C596-F46E-415D-9FB8-D0EA3E813BF3}" srcOrd="0" destOrd="0" presId="urn:microsoft.com/office/officeart/2005/8/layout/list1"/>
    <dgm:cxn modelId="{2F5D6766-6754-4441-921B-CE156240797C}" type="presParOf" srcId="{3FA9F286-8656-4505-AA4F-00630DEE4D3B}" destId="{FA30E27F-5C4F-48D2-835C-4875060C454B}" srcOrd="1" destOrd="0" presId="urn:microsoft.com/office/officeart/2005/8/layout/list1"/>
    <dgm:cxn modelId="{34FD1A9D-93CB-43B9-A3B3-6D5F3CDD7CCB}" type="presParOf" srcId="{0B780D78-199E-4300-A693-D6F97EF5F986}" destId="{C082A8F9-6046-47C1-B8D4-728ACD0D5F6B}" srcOrd="41" destOrd="0" presId="urn:microsoft.com/office/officeart/2005/8/layout/list1"/>
    <dgm:cxn modelId="{E0B3F568-3AEE-4121-A869-DCFDAADE58F9}" type="presParOf" srcId="{0B780D78-199E-4300-A693-D6F97EF5F986}" destId="{7670992B-5481-4BDB-8246-511B6FFC5E72}" srcOrd="42" destOrd="0" presId="urn:microsoft.com/office/officeart/2005/8/layout/list1"/>
    <dgm:cxn modelId="{CA47E834-A0F2-4AA5-9F9B-9E31B95BCF62}" type="presParOf" srcId="{0B780D78-199E-4300-A693-D6F97EF5F986}" destId="{F6E50838-DEB5-4EC7-986B-EDC14F096219}" srcOrd="43" destOrd="0" presId="urn:microsoft.com/office/officeart/2005/8/layout/list1"/>
    <dgm:cxn modelId="{2F0AD539-BCDA-4875-ABCA-205B64664294}" type="presParOf" srcId="{0B780D78-199E-4300-A693-D6F97EF5F986}" destId="{C61250EB-FA0F-4C8E-9F5D-C1FDEF87F6D3}" srcOrd="44" destOrd="0" presId="urn:microsoft.com/office/officeart/2005/8/layout/list1"/>
    <dgm:cxn modelId="{301C584F-3A4F-4D8D-A55D-5C4D32BA7231}" type="presParOf" srcId="{C61250EB-FA0F-4C8E-9F5D-C1FDEF87F6D3}" destId="{227FD569-7C22-4BC0-8CCF-54D834AF3383}" srcOrd="0" destOrd="0" presId="urn:microsoft.com/office/officeart/2005/8/layout/list1"/>
    <dgm:cxn modelId="{266753C3-D720-4546-9BB1-C4781AEF892D}" type="presParOf" srcId="{C61250EB-FA0F-4C8E-9F5D-C1FDEF87F6D3}" destId="{7D55F781-07F4-4C31-A2E4-EAA06630527E}" srcOrd="1" destOrd="0" presId="urn:microsoft.com/office/officeart/2005/8/layout/list1"/>
    <dgm:cxn modelId="{32351F8A-6153-4493-9B09-176FFF3471EA}" type="presParOf" srcId="{0B780D78-199E-4300-A693-D6F97EF5F986}" destId="{F88554E0-BDDB-4FBD-A1A9-9D6EE00A8CD0}" srcOrd="45" destOrd="0" presId="urn:microsoft.com/office/officeart/2005/8/layout/list1"/>
    <dgm:cxn modelId="{4FC8E37D-B975-41FE-8115-51CCDF8AAC51}" type="presParOf" srcId="{0B780D78-199E-4300-A693-D6F97EF5F986}" destId="{3DD60EED-76E8-483E-8D2A-8589B7533F55}" srcOrd="46" destOrd="0" presId="urn:microsoft.com/office/officeart/2005/8/layout/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227AC1-1BF1-4CB5-864D-1F1C35C267D4}">
      <dsp:nvSpPr>
        <dsp:cNvPr id="0" name=""/>
        <dsp:cNvSpPr/>
      </dsp:nvSpPr>
      <dsp:spPr>
        <a:xfrm>
          <a:off x="0" y="324212"/>
          <a:ext cx="10442005" cy="277200"/>
        </a:xfrm>
        <a:prstGeom prst="rect">
          <a:avLst/>
        </a:prstGeom>
        <a:solidFill>
          <a:schemeClr val="lt1">
            <a:alpha val="90000"/>
            <a:hueOff val="0"/>
            <a:satOff val="0"/>
            <a:lumOff val="0"/>
            <a:alphaOff val="0"/>
          </a:schemeClr>
        </a:solidFill>
        <a:ln w="12700" cap="flat" cmpd="sng" algn="ctr">
          <a:solidFill>
            <a:schemeClr val="tx2">
              <a:lumMod val="10000"/>
              <a:lumOff val="90000"/>
            </a:schemeClr>
          </a:solidFill>
          <a:prstDash val="solid"/>
        </a:ln>
        <a:effectLst/>
      </dsp:spPr>
      <dsp:style>
        <a:lnRef idx="2">
          <a:scrgbClr r="0" g="0" b="0"/>
        </a:lnRef>
        <a:fillRef idx="1">
          <a:scrgbClr r="0" g="0" b="0"/>
        </a:fillRef>
        <a:effectRef idx="0">
          <a:scrgbClr r="0" g="0" b="0"/>
        </a:effectRef>
        <a:fontRef idx="minor"/>
      </dsp:style>
    </dsp:sp>
    <dsp:sp modelId="{FC5595AD-741D-479C-94ED-B41127C2D30C}">
      <dsp:nvSpPr>
        <dsp:cNvPr id="0" name=""/>
        <dsp:cNvSpPr/>
      </dsp:nvSpPr>
      <dsp:spPr>
        <a:xfrm>
          <a:off x="522100" y="161852"/>
          <a:ext cx="8353405" cy="324720"/>
        </a:xfrm>
        <a:prstGeom prst="roundRect">
          <a:avLst/>
        </a:prstGeom>
        <a:solidFill>
          <a:schemeClr val="tx2">
            <a:lumMod val="10000"/>
            <a:lumOff val="9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1" kern="1200" dirty="0">
              <a:latin typeface="Visby CF Medium" pitchFamily="50" charset="0"/>
            </a:rPr>
            <a:t>1 – À la base d’une transformation numérique réussie : une stratégie et une architecture</a:t>
          </a:r>
        </a:p>
      </dsp:txBody>
      <dsp:txXfrm>
        <a:off x="537952" y="177704"/>
        <a:ext cx="8321701" cy="293016"/>
      </dsp:txXfrm>
    </dsp:sp>
    <dsp:sp modelId="{4B705F14-EF6E-47A1-83AC-F9A4EA9DCD99}">
      <dsp:nvSpPr>
        <dsp:cNvPr id="0" name=""/>
        <dsp:cNvSpPr/>
      </dsp:nvSpPr>
      <dsp:spPr>
        <a:xfrm>
          <a:off x="0" y="823172"/>
          <a:ext cx="10442005" cy="277200"/>
        </a:xfrm>
        <a:prstGeom prst="rect">
          <a:avLst/>
        </a:prstGeom>
        <a:solidFill>
          <a:schemeClr val="lt1">
            <a:alpha val="90000"/>
            <a:hueOff val="0"/>
            <a:satOff val="0"/>
            <a:lumOff val="0"/>
            <a:alphaOff val="0"/>
          </a:schemeClr>
        </a:solidFill>
        <a:ln w="12700" cap="flat" cmpd="sng" algn="ctr">
          <a:solidFill>
            <a:schemeClr val="accent3">
              <a:lumMod val="20000"/>
              <a:lumOff val="80000"/>
            </a:schemeClr>
          </a:solidFill>
          <a:prstDash val="solid"/>
        </a:ln>
        <a:effectLst/>
      </dsp:spPr>
      <dsp:style>
        <a:lnRef idx="2">
          <a:scrgbClr r="0" g="0" b="0"/>
        </a:lnRef>
        <a:fillRef idx="1">
          <a:scrgbClr r="0" g="0" b="0"/>
        </a:fillRef>
        <a:effectRef idx="0">
          <a:scrgbClr r="0" g="0" b="0"/>
        </a:effectRef>
        <a:fontRef idx="minor"/>
      </dsp:style>
    </dsp:sp>
    <dsp:sp modelId="{D5FBFB3E-AF30-4644-971E-72A9D5B69B7E}">
      <dsp:nvSpPr>
        <dsp:cNvPr id="0" name=""/>
        <dsp:cNvSpPr/>
      </dsp:nvSpPr>
      <dsp:spPr>
        <a:xfrm>
          <a:off x="522100" y="660812"/>
          <a:ext cx="8353405" cy="324720"/>
        </a:xfrm>
        <a:prstGeom prst="roundRect">
          <a:avLst/>
        </a:prstGeom>
        <a:solidFill>
          <a:schemeClr val="accent3">
            <a:lumMod val="20000"/>
            <a:lumOff val="8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latin typeface="Visby CF Medium" pitchFamily="50" charset="0"/>
            </a:rPr>
            <a:t>2 – Au cœur des systèmes d’information : des processus d’affaires</a:t>
          </a:r>
        </a:p>
      </dsp:txBody>
      <dsp:txXfrm>
        <a:off x="537952" y="676664"/>
        <a:ext cx="8321701" cy="293016"/>
      </dsp:txXfrm>
    </dsp:sp>
    <dsp:sp modelId="{0893C5BF-2D1A-475E-9A5B-CF95378A190A}">
      <dsp:nvSpPr>
        <dsp:cNvPr id="0" name=""/>
        <dsp:cNvSpPr/>
      </dsp:nvSpPr>
      <dsp:spPr>
        <a:xfrm>
          <a:off x="0" y="1322132"/>
          <a:ext cx="10442005" cy="277200"/>
        </a:xfrm>
        <a:prstGeom prst="rect">
          <a:avLst/>
        </a:prstGeom>
        <a:solidFill>
          <a:schemeClr val="lt1">
            <a:alpha val="90000"/>
            <a:hueOff val="0"/>
            <a:satOff val="0"/>
            <a:lumOff val="0"/>
            <a:alphaOff val="0"/>
          </a:schemeClr>
        </a:solidFill>
        <a:ln w="12700" cap="flat" cmpd="sng" algn="ctr">
          <a:solidFill>
            <a:schemeClr val="accent4">
              <a:lumMod val="20000"/>
              <a:lumOff val="80000"/>
            </a:schemeClr>
          </a:solidFill>
          <a:prstDash val="solid"/>
        </a:ln>
        <a:effectLst/>
      </dsp:spPr>
      <dsp:style>
        <a:lnRef idx="2">
          <a:scrgbClr r="0" g="0" b="0"/>
        </a:lnRef>
        <a:fillRef idx="1">
          <a:scrgbClr r="0" g="0" b="0"/>
        </a:fillRef>
        <a:effectRef idx="0">
          <a:scrgbClr r="0" g="0" b="0"/>
        </a:effectRef>
        <a:fontRef idx="minor"/>
      </dsp:style>
    </dsp:sp>
    <dsp:sp modelId="{4E0EC255-89F1-4ECD-8CEB-A36054D0B55B}">
      <dsp:nvSpPr>
        <dsp:cNvPr id="0" name=""/>
        <dsp:cNvSpPr/>
      </dsp:nvSpPr>
      <dsp:spPr>
        <a:xfrm>
          <a:off x="522100" y="1159772"/>
          <a:ext cx="8353405" cy="324720"/>
        </a:xfrm>
        <a:prstGeom prst="roundRect">
          <a:avLst/>
        </a:prstGeom>
        <a:solidFill>
          <a:schemeClr val="accent4">
            <a:lumMod val="20000"/>
            <a:lumOff val="8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latin typeface="Visby CF Medium" pitchFamily="50" charset="0"/>
            </a:rPr>
            <a:t>3 – La matière première des systèmes d’information : des données </a:t>
          </a:r>
        </a:p>
      </dsp:txBody>
      <dsp:txXfrm>
        <a:off x="537952" y="1175624"/>
        <a:ext cx="8321701" cy="293016"/>
      </dsp:txXfrm>
    </dsp:sp>
    <dsp:sp modelId="{BA0A9E78-6452-4B8A-AE51-6D689E339484}">
      <dsp:nvSpPr>
        <dsp:cNvPr id="0" name=""/>
        <dsp:cNvSpPr/>
      </dsp:nvSpPr>
      <dsp:spPr>
        <a:xfrm>
          <a:off x="0" y="1821092"/>
          <a:ext cx="10442005" cy="277200"/>
        </a:xfrm>
        <a:prstGeom prst="rect">
          <a:avLst/>
        </a:prstGeom>
        <a:solidFill>
          <a:schemeClr val="lt1">
            <a:alpha val="90000"/>
            <a:hueOff val="0"/>
            <a:satOff val="0"/>
            <a:lumOff val="0"/>
            <a:alphaOff val="0"/>
          </a:schemeClr>
        </a:solidFill>
        <a:ln w="12700" cap="flat" cmpd="sng" algn="ctr">
          <a:solidFill>
            <a:schemeClr val="accent5">
              <a:lumMod val="20000"/>
              <a:lumOff val="80000"/>
            </a:schemeClr>
          </a:solidFill>
          <a:prstDash val="solid"/>
        </a:ln>
        <a:effectLst/>
      </dsp:spPr>
      <dsp:style>
        <a:lnRef idx="2">
          <a:scrgbClr r="0" g="0" b="0"/>
        </a:lnRef>
        <a:fillRef idx="1">
          <a:scrgbClr r="0" g="0" b="0"/>
        </a:fillRef>
        <a:effectRef idx="0">
          <a:scrgbClr r="0" g="0" b="0"/>
        </a:effectRef>
        <a:fontRef idx="minor"/>
      </dsp:style>
    </dsp:sp>
    <dsp:sp modelId="{2690095D-C682-4C4A-BD20-A8FC25F1AE82}">
      <dsp:nvSpPr>
        <dsp:cNvPr id="0" name=""/>
        <dsp:cNvSpPr/>
      </dsp:nvSpPr>
      <dsp:spPr>
        <a:xfrm>
          <a:off x="500328" y="1658732"/>
          <a:ext cx="8353405" cy="324720"/>
        </a:xfrm>
        <a:prstGeom prst="roundRect">
          <a:avLst/>
        </a:prstGeom>
        <a:solidFill>
          <a:schemeClr val="accent5">
            <a:lumMod val="20000"/>
            <a:lumOff val="8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i="0" kern="1200" dirty="0">
              <a:latin typeface="Visby CF Medium" pitchFamily="2" charset="77"/>
            </a:rPr>
            <a:t>4 – Des données aux interfaces : structurer, saisir, gouverner</a:t>
          </a:r>
        </a:p>
      </dsp:txBody>
      <dsp:txXfrm>
        <a:off x="516180" y="1674584"/>
        <a:ext cx="8321701" cy="293016"/>
      </dsp:txXfrm>
    </dsp:sp>
    <dsp:sp modelId="{D524D4B0-4F47-4D31-8A61-14197528B68A}">
      <dsp:nvSpPr>
        <dsp:cNvPr id="0" name=""/>
        <dsp:cNvSpPr/>
      </dsp:nvSpPr>
      <dsp:spPr>
        <a:xfrm>
          <a:off x="0" y="2320052"/>
          <a:ext cx="10442005" cy="277200"/>
        </a:xfrm>
        <a:prstGeom prst="rect">
          <a:avLst/>
        </a:prstGeom>
        <a:solidFill>
          <a:schemeClr val="lt1">
            <a:alpha val="90000"/>
            <a:hueOff val="0"/>
            <a:satOff val="0"/>
            <a:lumOff val="0"/>
            <a:alphaOff val="0"/>
          </a:schemeClr>
        </a:solidFill>
        <a:ln w="38100" cap="flat" cmpd="sng" algn="ctr">
          <a:solidFill>
            <a:schemeClr val="accent1"/>
          </a:solidFill>
          <a:prstDash val="solid"/>
        </a:ln>
        <a:effectLst/>
      </dsp:spPr>
      <dsp:style>
        <a:lnRef idx="2">
          <a:scrgbClr r="0" g="0" b="0"/>
        </a:lnRef>
        <a:fillRef idx="1">
          <a:scrgbClr r="0" g="0" b="0"/>
        </a:fillRef>
        <a:effectRef idx="0">
          <a:scrgbClr r="0" g="0" b="0"/>
        </a:effectRef>
        <a:fontRef idx="minor"/>
      </dsp:style>
    </dsp:sp>
    <dsp:sp modelId="{A08B0E8E-8C7F-4255-A3F8-34FAAC135F61}">
      <dsp:nvSpPr>
        <dsp:cNvPr id="0" name=""/>
        <dsp:cNvSpPr/>
      </dsp:nvSpPr>
      <dsp:spPr>
        <a:xfrm>
          <a:off x="522100" y="2157692"/>
          <a:ext cx="8353405" cy="324720"/>
        </a:xfrm>
        <a:prstGeom prst="roundRect">
          <a:avLst/>
        </a:prstGeom>
        <a:solidFill>
          <a:schemeClr val="accent1"/>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solidFill>
                <a:schemeClr val="bg1"/>
              </a:solidFill>
              <a:latin typeface="Visby CF Medium" pitchFamily="50" charset="0"/>
            </a:rPr>
            <a:t>5 – L’utilisation des systèmes d’information : des requêtes simples et des enjeux de cybersécurité</a:t>
          </a:r>
        </a:p>
      </dsp:txBody>
      <dsp:txXfrm>
        <a:off x="537952" y="2173544"/>
        <a:ext cx="8321701" cy="293016"/>
      </dsp:txXfrm>
    </dsp:sp>
    <dsp:sp modelId="{6B5F2D5C-5996-49E2-9ECD-B986D8E044FB}">
      <dsp:nvSpPr>
        <dsp:cNvPr id="0" name=""/>
        <dsp:cNvSpPr/>
      </dsp:nvSpPr>
      <dsp:spPr>
        <a:xfrm>
          <a:off x="0" y="2819012"/>
          <a:ext cx="10442005" cy="277200"/>
        </a:xfrm>
        <a:prstGeom prst="rect">
          <a:avLst/>
        </a:prstGeom>
        <a:solidFill>
          <a:schemeClr val="lt1">
            <a:alpha val="90000"/>
            <a:hueOff val="0"/>
            <a:satOff val="0"/>
            <a:lumOff val="0"/>
            <a:alphaOff val="0"/>
          </a:schemeClr>
        </a:solidFill>
        <a:ln w="12700" cap="flat" cmpd="sng" algn="ctr">
          <a:solidFill>
            <a:schemeClr val="accent3"/>
          </a:solidFill>
          <a:prstDash val="solid"/>
        </a:ln>
        <a:effectLst/>
      </dsp:spPr>
      <dsp:style>
        <a:lnRef idx="2">
          <a:scrgbClr r="0" g="0" b="0"/>
        </a:lnRef>
        <a:fillRef idx="1">
          <a:scrgbClr r="0" g="0" b="0"/>
        </a:fillRef>
        <a:effectRef idx="0">
          <a:scrgbClr r="0" g="0" b="0"/>
        </a:effectRef>
        <a:fontRef idx="minor"/>
      </dsp:style>
    </dsp:sp>
    <dsp:sp modelId="{A9CC9630-0510-47D5-B845-7B11EF8C8726}">
      <dsp:nvSpPr>
        <dsp:cNvPr id="0" name=""/>
        <dsp:cNvSpPr/>
      </dsp:nvSpPr>
      <dsp:spPr>
        <a:xfrm>
          <a:off x="522100" y="2656652"/>
          <a:ext cx="8353405" cy="324720"/>
        </a:xfrm>
        <a:prstGeom prst="roundRect">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latin typeface="Visby CF Medium" pitchFamily="50" charset="0"/>
            </a:rPr>
            <a:t>6 - Au cœur des systèmes d’information : des algorithmes et de l’intelligence artificielle</a:t>
          </a:r>
          <a:endParaRPr lang="fr-CA" sz="1100" b="0" kern="1200" dirty="0">
            <a:latin typeface="Visby CF Medium" pitchFamily="50" charset="0"/>
          </a:endParaRPr>
        </a:p>
      </dsp:txBody>
      <dsp:txXfrm>
        <a:off x="537952" y="2672504"/>
        <a:ext cx="8321701" cy="293016"/>
      </dsp:txXfrm>
    </dsp:sp>
    <dsp:sp modelId="{B767CEFF-DB6B-4AE7-8BAC-740813957E5C}">
      <dsp:nvSpPr>
        <dsp:cNvPr id="0" name=""/>
        <dsp:cNvSpPr/>
      </dsp:nvSpPr>
      <dsp:spPr>
        <a:xfrm>
          <a:off x="0" y="3317972"/>
          <a:ext cx="10442005" cy="277200"/>
        </a:xfrm>
        <a:prstGeom prst="rect">
          <a:avLst/>
        </a:prstGeom>
        <a:solidFill>
          <a:schemeClr val="lt1">
            <a:alpha val="90000"/>
            <a:hueOff val="0"/>
            <a:satOff val="0"/>
            <a:lumOff val="0"/>
            <a:alphaOff val="0"/>
          </a:schemeClr>
        </a:solidFill>
        <a:ln w="12700" cap="flat" cmpd="sng" algn="ctr">
          <a:solidFill>
            <a:schemeClr val="accent6"/>
          </a:solidFill>
          <a:prstDash val="solid"/>
        </a:ln>
        <a:effectLst/>
      </dsp:spPr>
      <dsp:style>
        <a:lnRef idx="2">
          <a:scrgbClr r="0" g="0" b="0"/>
        </a:lnRef>
        <a:fillRef idx="1">
          <a:scrgbClr r="0" g="0" b="0"/>
        </a:fillRef>
        <a:effectRef idx="0">
          <a:scrgbClr r="0" g="0" b="0"/>
        </a:effectRef>
        <a:fontRef idx="minor"/>
      </dsp:style>
    </dsp:sp>
    <dsp:sp modelId="{2E6479BD-17C2-4B62-9598-1A179A816511}">
      <dsp:nvSpPr>
        <dsp:cNvPr id="0" name=""/>
        <dsp:cNvSpPr/>
      </dsp:nvSpPr>
      <dsp:spPr>
        <a:xfrm>
          <a:off x="522100" y="3155612"/>
          <a:ext cx="8353405" cy="324720"/>
        </a:xfrm>
        <a:prstGeom prst="roundRect">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latin typeface="Visby CF Medium" pitchFamily="50" charset="0"/>
            </a:rPr>
            <a:t>7 - Pour passer du concept au système matérialisé </a:t>
          </a:r>
          <a:r>
            <a:rPr lang="fr-CA" sz="1100" b="0" kern="1200">
              <a:latin typeface="Visby CF Medium" pitchFamily="50" charset="0"/>
            </a:rPr>
            <a:t>: des projets structurés</a:t>
          </a:r>
          <a:endParaRPr lang="fr-CA" sz="1100" b="0" kern="1200" dirty="0">
            <a:latin typeface="Visby CF Medium" pitchFamily="50" charset="0"/>
          </a:endParaRPr>
        </a:p>
      </dsp:txBody>
      <dsp:txXfrm>
        <a:off x="537952" y="3171464"/>
        <a:ext cx="8321701" cy="293016"/>
      </dsp:txXfrm>
    </dsp:sp>
    <dsp:sp modelId="{618D87AA-43A7-4801-AF8D-665093B79FC2}">
      <dsp:nvSpPr>
        <dsp:cNvPr id="0" name=""/>
        <dsp:cNvSpPr/>
      </dsp:nvSpPr>
      <dsp:spPr>
        <a:xfrm>
          <a:off x="0" y="3816932"/>
          <a:ext cx="10442005" cy="277200"/>
        </a:xfrm>
        <a:prstGeom prst="rect">
          <a:avLst/>
        </a:prstGeom>
        <a:solidFill>
          <a:schemeClr val="lt1">
            <a:alpha val="90000"/>
            <a:hueOff val="0"/>
            <a:satOff val="0"/>
            <a:lumOff val="0"/>
            <a:alphaOff val="0"/>
          </a:schemeClr>
        </a:solidFill>
        <a:ln w="12700" cap="flat" cmpd="sng" algn="ctr">
          <a:solidFill>
            <a:schemeClr val="accent2"/>
          </a:solidFill>
          <a:prstDash val="solid"/>
        </a:ln>
        <a:effectLst/>
      </dsp:spPr>
      <dsp:style>
        <a:lnRef idx="2">
          <a:scrgbClr r="0" g="0" b="0"/>
        </a:lnRef>
        <a:fillRef idx="1">
          <a:scrgbClr r="0" g="0" b="0"/>
        </a:fillRef>
        <a:effectRef idx="0">
          <a:scrgbClr r="0" g="0" b="0"/>
        </a:effectRef>
        <a:fontRef idx="minor"/>
      </dsp:style>
    </dsp:sp>
    <dsp:sp modelId="{527F5BA3-371D-4AE0-B87A-668DCEE6A1CA}">
      <dsp:nvSpPr>
        <dsp:cNvPr id="0" name=""/>
        <dsp:cNvSpPr/>
      </dsp:nvSpPr>
      <dsp:spPr>
        <a:xfrm>
          <a:off x="1483422" y="3654572"/>
          <a:ext cx="8353405" cy="324720"/>
        </a:xfrm>
        <a:prstGeom prst="roundRect">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latin typeface="Visby CF Medium" pitchFamily="50" charset="0"/>
            </a:rPr>
            <a:t>8 - Des processus standardisés et des données intégrées : des progiciels de gestion intégrés</a:t>
          </a:r>
        </a:p>
      </dsp:txBody>
      <dsp:txXfrm>
        <a:off x="1499274" y="3670424"/>
        <a:ext cx="8321701" cy="293016"/>
      </dsp:txXfrm>
    </dsp:sp>
    <dsp:sp modelId="{AEAED330-3F0C-4930-826B-6E673746044E}">
      <dsp:nvSpPr>
        <dsp:cNvPr id="0" name=""/>
        <dsp:cNvSpPr/>
      </dsp:nvSpPr>
      <dsp:spPr>
        <a:xfrm>
          <a:off x="0" y="4315892"/>
          <a:ext cx="10442005" cy="277200"/>
        </a:xfrm>
        <a:prstGeom prst="rect">
          <a:avLst/>
        </a:prstGeom>
        <a:solidFill>
          <a:schemeClr val="lt1">
            <a:alpha val="90000"/>
            <a:hueOff val="0"/>
            <a:satOff val="0"/>
            <a:lumOff val="0"/>
            <a:alphaOff val="0"/>
          </a:schemeClr>
        </a:solidFill>
        <a:ln w="12700" cap="flat" cmpd="sng" algn="ctr">
          <a:solidFill>
            <a:schemeClr val="accent4"/>
          </a:solidFill>
          <a:prstDash val="solid"/>
        </a:ln>
        <a:effectLst/>
      </dsp:spPr>
      <dsp:style>
        <a:lnRef idx="2">
          <a:scrgbClr r="0" g="0" b="0"/>
        </a:lnRef>
        <a:fillRef idx="1">
          <a:scrgbClr r="0" g="0" b="0"/>
        </a:fillRef>
        <a:effectRef idx="0">
          <a:scrgbClr r="0" g="0" b="0"/>
        </a:effectRef>
        <a:fontRef idx="minor"/>
      </dsp:style>
    </dsp:sp>
    <dsp:sp modelId="{EAB68C95-726F-4985-BDFC-96AE74956DB2}">
      <dsp:nvSpPr>
        <dsp:cNvPr id="0" name=""/>
        <dsp:cNvSpPr/>
      </dsp:nvSpPr>
      <dsp:spPr>
        <a:xfrm>
          <a:off x="1483422" y="4153532"/>
          <a:ext cx="8353405" cy="324720"/>
        </a:xfrm>
        <a:prstGeom prst="roundRect">
          <a:avLst/>
        </a:prstGeom>
        <a:solidFill>
          <a:schemeClr val="accent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latin typeface="Visby CF Medium" pitchFamily="50" charset="0"/>
            </a:rPr>
            <a:t>9 – La matière première des systèmes d’information : toujours plus de données</a:t>
          </a:r>
        </a:p>
      </dsp:txBody>
      <dsp:txXfrm>
        <a:off x="1499274" y="4169384"/>
        <a:ext cx="8321701" cy="293016"/>
      </dsp:txXfrm>
    </dsp:sp>
    <dsp:sp modelId="{FDEC5003-E064-4B42-B2CB-36DA6448A6B3}">
      <dsp:nvSpPr>
        <dsp:cNvPr id="0" name=""/>
        <dsp:cNvSpPr/>
      </dsp:nvSpPr>
      <dsp:spPr>
        <a:xfrm>
          <a:off x="0" y="4814852"/>
          <a:ext cx="10442005" cy="277200"/>
        </a:xfrm>
        <a:prstGeom prst="rect">
          <a:avLst/>
        </a:prstGeom>
        <a:solidFill>
          <a:schemeClr val="lt1">
            <a:alpha val="90000"/>
            <a:hueOff val="0"/>
            <a:satOff val="0"/>
            <a:lumOff val="0"/>
            <a:alphaOff val="0"/>
          </a:schemeClr>
        </a:solidFill>
        <a:ln w="12700" cap="flat" cmpd="sng" algn="ctr">
          <a:solidFill>
            <a:schemeClr val="accent1"/>
          </a:solidFill>
          <a:prstDash val="solid"/>
        </a:ln>
        <a:effectLst/>
      </dsp:spPr>
      <dsp:style>
        <a:lnRef idx="2">
          <a:scrgbClr r="0" g="0" b="0"/>
        </a:lnRef>
        <a:fillRef idx="1">
          <a:scrgbClr r="0" g="0" b="0"/>
        </a:fillRef>
        <a:effectRef idx="0">
          <a:scrgbClr r="0" g="0" b="0"/>
        </a:effectRef>
        <a:fontRef idx="minor"/>
      </dsp:style>
    </dsp:sp>
    <dsp:sp modelId="{0A427700-7D58-459E-9B8B-B9175C296A48}">
      <dsp:nvSpPr>
        <dsp:cNvPr id="0" name=""/>
        <dsp:cNvSpPr/>
      </dsp:nvSpPr>
      <dsp:spPr>
        <a:xfrm>
          <a:off x="1483422" y="4652492"/>
          <a:ext cx="8353405" cy="324720"/>
        </a:xfrm>
        <a:prstGeom prst="round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a:solidFill>
                <a:schemeClr val="bg1"/>
              </a:solidFill>
              <a:latin typeface="Visby CF Medium" pitchFamily="50" charset="0"/>
            </a:rPr>
            <a:t>10 </a:t>
          </a:r>
          <a:r>
            <a:rPr lang="fr-CA" sz="1100" b="0" kern="1200" dirty="0">
              <a:solidFill>
                <a:schemeClr val="bg1"/>
              </a:solidFill>
              <a:latin typeface="Visby CF Medium" pitchFamily="50" charset="0"/>
            </a:rPr>
            <a:t>– L’utilisation des systèmes d’information : des requêtes complexes à l’aide de tableaux de bord</a:t>
          </a:r>
          <a:endParaRPr lang="fr-CA" sz="1100" b="0" kern="1200" dirty="0">
            <a:solidFill>
              <a:prstClr val="white"/>
            </a:solidFill>
            <a:latin typeface="Visby CF Medium" pitchFamily="50" charset="0"/>
            <a:ea typeface="+mn-ea"/>
            <a:cs typeface="+mn-cs"/>
          </a:endParaRPr>
        </a:p>
      </dsp:txBody>
      <dsp:txXfrm>
        <a:off x="1499274" y="4668344"/>
        <a:ext cx="8321701" cy="293016"/>
      </dsp:txXfrm>
    </dsp:sp>
    <dsp:sp modelId="{7670992B-5481-4BDB-8246-511B6FFC5E72}">
      <dsp:nvSpPr>
        <dsp:cNvPr id="0" name=""/>
        <dsp:cNvSpPr/>
      </dsp:nvSpPr>
      <dsp:spPr>
        <a:xfrm>
          <a:off x="0" y="5313812"/>
          <a:ext cx="10442005" cy="277200"/>
        </a:xfrm>
        <a:prstGeom prst="rect">
          <a:avLst/>
        </a:prstGeom>
        <a:solidFill>
          <a:schemeClr val="lt1">
            <a:alpha val="90000"/>
            <a:hueOff val="0"/>
            <a:satOff val="0"/>
            <a:lumOff val="0"/>
            <a:alphaOff val="0"/>
          </a:schemeClr>
        </a:solidFill>
        <a:ln w="12700" cap="flat" cmpd="sng" algn="ctr">
          <a:solidFill>
            <a:schemeClr val="accent5"/>
          </a:solidFill>
          <a:prstDash val="solid"/>
        </a:ln>
        <a:effectLst/>
      </dsp:spPr>
      <dsp:style>
        <a:lnRef idx="2">
          <a:scrgbClr r="0" g="0" b="0"/>
        </a:lnRef>
        <a:fillRef idx="1">
          <a:scrgbClr r="0" g="0" b="0"/>
        </a:fillRef>
        <a:effectRef idx="0">
          <a:scrgbClr r="0" g="0" b="0"/>
        </a:effectRef>
        <a:fontRef idx="minor"/>
      </dsp:style>
    </dsp:sp>
    <dsp:sp modelId="{FA30E27F-5C4F-48D2-835C-4875060C454B}">
      <dsp:nvSpPr>
        <dsp:cNvPr id="0" name=""/>
        <dsp:cNvSpPr/>
      </dsp:nvSpPr>
      <dsp:spPr>
        <a:xfrm>
          <a:off x="1483422" y="5151452"/>
          <a:ext cx="8353405" cy="324720"/>
        </a:xfrm>
        <a:prstGeom prst="roundRect">
          <a:avLst/>
        </a:prstGeom>
        <a:solidFill>
          <a:srgbClr val="EB6FBD">
            <a:hueOff val="0"/>
            <a:satOff val="0"/>
            <a:lumOff val="0"/>
            <a:alphaOff val="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solidFill>
                <a:prstClr val="white"/>
              </a:solidFill>
              <a:latin typeface="Visby CF Medium" pitchFamily="50" charset="0"/>
              <a:ea typeface="+mn-ea"/>
              <a:cs typeface="+mn-cs"/>
            </a:rPr>
            <a:t>11 - À l’avant scène des systèmes d’information : une expérience utilisateur réfléchie</a:t>
          </a:r>
          <a:endParaRPr lang="fr-CA" sz="1100" b="0" kern="1200" dirty="0">
            <a:solidFill>
              <a:schemeClr val="bg1"/>
            </a:solidFill>
            <a:latin typeface="Visby CF Medium" pitchFamily="50" charset="0"/>
            <a:ea typeface="+mn-ea"/>
            <a:cs typeface="+mn-cs"/>
          </a:endParaRPr>
        </a:p>
      </dsp:txBody>
      <dsp:txXfrm>
        <a:off x="1499274" y="5167304"/>
        <a:ext cx="8321701" cy="293016"/>
      </dsp:txXfrm>
    </dsp:sp>
    <dsp:sp modelId="{3DD60EED-76E8-483E-8D2A-8589B7533F55}">
      <dsp:nvSpPr>
        <dsp:cNvPr id="0" name=""/>
        <dsp:cNvSpPr/>
      </dsp:nvSpPr>
      <dsp:spPr>
        <a:xfrm>
          <a:off x="0" y="5812772"/>
          <a:ext cx="10442005" cy="277200"/>
        </a:xfrm>
        <a:prstGeom prst="rect">
          <a:avLst/>
        </a:prstGeom>
        <a:solidFill>
          <a:schemeClr val="lt1">
            <a:alpha val="90000"/>
            <a:hueOff val="0"/>
            <a:satOff val="0"/>
            <a:lumOff val="0"/>
            <a:alphaOff val="0"/>
          </a:schemeClr>
        </a:solidFill>
        <a:ln w="12700" cap="flat" cmpd="sng" algn="ctr">
          <a:solidFill>
            <a:schemeClr val="accent2"/>
          </a:solidFill>
          <a:prstDash val="solid"/>
        </a:ln>
        <a:effectLst/>
      </dsp:spPr>
      <dsp:style>
        <a:lnRef idx="2">
          <a:scrgbClr r="0" g="0" b="0"/>
        </a:lnRef>
        <a:fillRef idx="1">
          <a:scrgbClr r="0" g="0" b="0"/>
        </a:fillRef>
        <a:effectRef idx="0">
          <a:scrgbClr r="0" g="0" b="0"/>
        </a:effectRef>
        <a:fontRef idx="minor"/>
      </dsp:style>
    </dsp:sp>
    <dsp:sp modelId="{7D55F781-07F4-4C31-A2E4-EAA06630527E}">
      <dsp:nvSpPr>
        <dsp:cNvPr id="0" name=""/>
        <dsp:cNvSpPr/>
      </dsp:nvSpPr>
      <dsp:spPr>
        <a:xfrm>
          <a:off x="1478525" y="5670801"/>
          <a:ext cx="8352016" cy="324720"/>
        </a:xfrm>
        <a:prstGeom prst="roundRect">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solidFill>
                <a:schemeClr val="bg1"/>
              </a:solidFill>
              <a:latin typeface="Visby CF Medium" pitchFamily="50" charset="0"/>
              <a:ea typeface="+mn-ea"/>
              <a:cs typeface="+mn-cs"/>
            </a:rPr>
            <a:t>12 – Une solution complète : un tableau de bord pour soutenir l’utilisation d’un progiciel de gestion intégré</a:t>
          </a:r>
        </a:p>
      </dsp:txBody>
      <dsp:txXfrm>
        <a:off x="1494377" y="5686653"/>
        <a:ext cx="8320312" cy="29301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A506F5-4193-4441-8542-F8E243776D29}" type="datetimeFigureOut">
              <a:rPr lang="fr-CA" smtClean="0"/>
              <a:t>2026-09-22</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CAE1F-7898-43D4-8771-73956163E427}" type="slidenum">
              <a:rPr lang="fr-CA" smtClean="0"/>
              <a:t>‹N°›</a:t>
            </a:fld>
            <a:endParaRPr lang="fr-CA"/>
          </a:p>
        </p:txBody>
      </p:sp>
    </p:spTree>
    <p:extLst>
      <p:ext uri="{BB962C8B-B14F-4D97-AF65-F5344CB8AC3E}">
        <p14:creationId xmlns:p14="http://schemas.microsoft.com/office/powerpoint/2010/main" val="3834200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Photo Martin LESAGE</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412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CF4BB-DA33-69A6-3EA7-ECD9792A420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92D1700-9B11-B07F-F8B2-EB069A280EA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24552DA-864E-94F8-C7C4-61B56E167CAB}"/>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38509B42-CB1C-41FA-411D-AB7AC0AFB57F}"/>
              </a:ext>
            </a:extLst>
          </p:cNvPr>
          <p:cNvSpPr>
            <a:spLocks noGrp="1"/>
          </p:cNvSpPr>
          <p:nvPr>
            <p:ph type="sldNum" sz="quarter" idx="5"/>
          </p:nvPr>
        </p:nvSpPr>
        <p:spPr/>
        <p:txBody>
          <a:bodyPr/>
          <a:lstStyle/>
          <a:p>
            <a:fld id="{48EA55AE-FA0D-4484-8C53-18A7A77CEBFA}" type="slidenum">
              <a:rPr lang="fr-CA" smtClean="0"/>
              <a:t>2</a:t>
            </a:fld>
            <a:endParaRPr lang="fr-CA"/>
          </a:p>
        </p:txBody>
      </p:sp>
    </p:spTree>
    <p:extLst>
      <p:ext uri="{BB962C8B-B14F-4D97-AF65-F5344CB8AC3E}">
        <p14:creationId xmlns:p14="http://schemas.microsoft.com/office/powerpoint/2010/main" val="3444565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7007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DB217DC-04A5-427C-B99A-2BA32E6939DB}" type="slidenum">
              <a:rPr lang="fr-CA" smtClean="0"/>
              <a:t>7</a:t>
            </a:fld>
            <a:endParaRPr lang="fr-CA"/>
          </a:p>
        </p:txBody>
      </p:sp>
    </p:spTree>
    <p:extLst>
      <p:ext uri="{BB962C8B-B14F-4D97-AF65-F5344CB8AC3E}">
        <p14:creationId xmlns:p14="http://schemas.microsoft.com/office/powerpoint/2010/main" val="1974928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F4B4-F606-A259-D3C0-689A500A36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B0AE2B-9ACC-2A6B-3DA2-818EDD0DD9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13D9C99-C379-636E-BD69-F83CA276A887}"/>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23C84549-3652-1498-BD02-C149FC9C82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2312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7E7CAE1F-7898-43D4-8771-73956163E427}" type="slidenum">
              <a:rPr lang="fr-CA" smtClean="0"/>
              <a:t>9</a:t>
            </a:fld>
            <a:endParaRPr lang="fr-CA"/>
          </a:p>
        </p:txBody>
      </p:sp>
    </p:spTree>
    <p:extLst>
      <p:ext uri="{BB962C8B-B14F-4D97-AF65-F5344CB8AC3E}">
        <p14:creationId xmlns:p14="http://schemas.microsoft.com/office/powerpoint/2010/main" val="3516094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F4B4-F606-A259-D3C0-689A500A36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B0AE2B-9ACC-2A6B-3DA2-818EDD0DD9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13D9C99-C379-636E-BD69-F83CA276A887}"/>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23C84549-3652-1498-BD02-C149FC9C82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3170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0A0E6-0AB6-E02B-9B43-0DE730DFF5C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24046AA-A84C-CF9E-0E6B-2E84D271E83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804B85B-218C-16DD-1DA1-6D6F636AAE6E}"/>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9882CEE7-65FE-8199-083B-4509D70FB6F1}"/>
              </a:ext>
            </a:extLst>
          </p:cNvPr>
          <p:cNvSpPr>
            <a:spLocks noGrp="1"/>
          </p:cNvSpPr>
          <p:nvPr>
            <p:ph type="sldNum" sz="quarter" idx="5"/>
          </p:nvPr>
        </p:nvSpPr>
        <p:spPr/>
        <p:txBody>
          <a:bodyPr/>
          <a:lstStyle/>
          <a:p>
            <a:fld id="{7E7CAE1F-7898-43D4-8771-73956163E427}" type="slidenum">
              <a:rPr lang="fr-CA" smtClean="0"/>
              <a:t>14</a:t>
            </a:fld>
            <a:endParaRPr lang="fr-CA"/>
          </a:p>
        </p:txBody>
      </p:sp>
    </p:spTree>
    <p:extLst>
      <p:ext uri="{BB962C8B-B14F-4D97-AF65-F5344CB8AC3E}">
        <p14:creationId xmlns:p14="http://schemas.microsoft.com/office/powerpoint/2010/main" val="754100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DDE1A-789C-E4B5-29DE-3755785E5B8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BAE6F64-B22C-4CD2-09E7-DEF55E4D348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2FD3D02-604C-0916-D012-B8655253C3FD}"/>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98D6874C-7CF2-E026-B881-A8F6D4ACE8D4}"/>
              </a:ext>
            </a:extLst>
          </p:cNvPr>
          <p:cNvSpPr>
            <a:spLocks noGrp="1"/>
          </p:cNvSpPr>
          <p:nvPr>
            <p:ph type="sldNum" sz="quarter" idx="5"/>
          </p:nvPr>
        </p:nvSpPr>
        <p:spPr/>
        <p:txBody>
          <a:bodyPr/>
          <a:lstStyle/>
          <a:p>
            <a:fld id="{2DB217DC-04A5-427C-B99A-2BA32E6939DB}" type="slidenum">
              <a:rPr lang="fr-CA" smtClean="0"/>
              <a:t>15</a:t>
            </a:fld>
            <a:endParaRPr lang="fr-CA"/>
          </a:p>
        </p:txBody>
      </p:sp>
    </p:spTree>
    <p:extLst>
      <p:ext uri="{BB962C8B-B14F-4D97-AF65-F5344CB8AC3E}">
        <p14:creationId xmlns:p14="http://schemas.microsoft.com/office/powerpoint/2010/main" val="3266747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7E7CAE1F-7898-43D4-8771-73956163E427}" type="slidenum">
              <a:rPr lang="fr-CA" smtClean="0"/>
              <a:t>16</a:t>
            </a:fld>
            <a:endParaRPr lang="fr-CA"/>
          </a:p>
        </p:txBody>
      </p:sp>
    </p:spTree>
    <p:extLst>
      <p:ext uri="{BB962C8B-B14F-4D97-AF65-F5344CB8AC3E}">
        <p14:creationId xmlns:p14="http://schemas.microsoft.com/office/powerpoint/2010/main" val="3197421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7E7CAE1F-7898-43D4-8771-73956163E427}" type="slidenum">
              <a:rPr lang="fr-CA" smtClean="0"/>
              <a:t>17</a:t>
            </a:fld>
            <a:endParaRPr lang="fr-CA"/>
          </a:p>
        </p:txBody>
      </p:sp>
    </p:spTree>
    <p:extLst>
      <p:ext uri="{BB962C8B-B14F-4D97-AF65-F5344CB8AC3E}">
        <p14:creationId xmlns:p14="http://schemas.microsoft.com/office/powerpoint/2010/main" val="4022619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15807-8428-BB4F-21B9-558D61EECBA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460478-E9A7-67BD-F552-9D074CFA557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E1478F-E44A-970F-DEB0-834DF1EF84FF}"/>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990FBB1C-A25E-ED2F-6E44-057344C995BA}"/>
              </a:ext>
            </a:extLst>
          </p:cNvPr>
          <p:cNvSpPr>
            <a:spLocks noGrp="1"/>
          </p:cNvSpPr>
          <p:nvPr>
            <p:ph type="sldNum" sz="quarter" idx="5"/>
          </p:nvPr>
        </p:nvSpPr>
        <p:spPr/>
        <p:txBody>
          <a:bodyPr/>
          <a:lstStyle/>
          <a:p>
            <a:fld id="{7E7CAE1F-7898-43D4-8771-73956163E427}" type="slidenum">
              <a:rPr lang="fr-CA" smtClean="0"/>
              <a:t>18</a:t>
            </a:fld>
            <a:endParaRPr lang="fr-CA"/>
          </a:p>
        </p:txBody>
      </p:sp>
    </p:spTree>
    <p:extLst>
      <p:ext uri="{BB962C8B-B14F-4D97-AF65-F5344CB8AC3E}">
        <p14:creationId xmlns:p14="http://schemas.microsoft.com/office/powerpoint/2010/main" val="2947394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7E7CAE1F-7898-43D4-8771-73956163E427}" type="slidenum">
              <a:rPr lang="fr-CA" smtClean="0"/>
              <a:t>20</a:t>
            </a:fld>
            <a:endParaRPr lang="fr-CA"/>
          </a:p>
        </p:txBody>
      </p:sp>
    </p:spTree>
    <p:extLst>
      <p:ext uri="{BB962C8B-B14F-4D97-AF65-F5344CB8AC3E}">
        <p14:creationId xmlns:p14="http://schemas.microsoft.com/office/powerpoint/2010/main" val="26162128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4F776-8E40-4695-E0DE-80A6233EF7D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D0A0AAB-93F4-DED5-0866-E42E7692FCB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8FDECEF-624A-774B-11F1-7A7B6EB78C0F}"/>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837AAE0B-E4C3-B55F-486C-858670BE72D6}"/>
              </a:ext>
            </a:extLst>
          </p:cNvPr>
          <p:cNvSpPr>
            <a:spLocks noGrp="1"/>
          </p:cNvSpPr>
          <p:nvPr>
            <p:ph type="sldNum" sz="quarter" idx="5"/>
          </p:nvPr>
        </p:nvSpPr>
        <p:spPr/>
        <p:txBody>
          <a:bodyPr/>
          <a:lstStyle/>
          <a:p>
            <a:fld id="{7E7CAE1F-7898-43D4-8771-73956163E427}" type="slidenum">
              <a:rPr lang="fr-CA" smtClean="0"/>
              <a:t>21</a:t>
            </a:fld>
            <a:endParaRPr lang="fr-CA"/>
          </a:p>
        </p:txBody>
      </p:sp>
    </p:spTree>
    <p:extLst>
      <p:ext uri="{BB962C8B-B14F-4D97-AF65-F5344CB8AC3E}">
        <p14:creationId xmlns:p14="http://schemas.microsoft.com/office/powerpoint/2010/main" val="37738544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AA2B8-911A-04CC-C8AB-9EC37581085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C819662-3EAC-616D-6FD6-0A8BBEE568B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6DACE38-C194-69EE-9E28-3FBC12498D13}"/>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CE50D0E8-7342-90E0-DF3A-EDAAF8D2A248}"/>
              </a:ext>
            </a:extLst>
          </p:cNvPr>
          <p:cNvSpPr>
            <a:spLocks noGrp="1"/>
          </p:cNvSpPr>
          <p:nvPr>
            <p:ph type="sldNum" sz="quarter" idx="5"/>
          </p:nvPr>
        </p:nvSpPr>
        <p:spPr/>
        <p:txBody>
          <a:bodyPr/>
          <a:lstStyle/>
          <a:p>
            <a:fld id="{7E7CAE1F-7898-43D4-8771-73956163E427}" type="slidenum">
              <a:rPr lang="fr-CA" smtClean="0"/>
              <a:t>22</a:t>
            </a:fld>
            <a:endParaRPr lang="fr-CA"/>
          </a:p>
        </p:txBody>
      </p:sp>
    </p:spTree>
    <p:extLst>
      <p:ext uri="{BB962C8B-B14F-4D97-AF65-F5344CB8AC3E}">
        <p14:creationId xmlns:p14="http://schemas.microsoft.com/office/powerpoint/2010/main" val="787920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F732C-D896-4511-56C0-CFFBA7397A8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BBECB75-DFAD-9AEB-4A73-E69CB9AA4D1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44D87D3-6487-B2E5-3794-54F8F21AEAF2}"/>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EEED9AEE-FCB2-B66E-487C-7CF46406D27C}"/>
              </a:ext>
            </a:extLst>
          </p:cNvPr>
          <p:cNvSpPr>
            <a:spLocks noGrp="1"/>
          </p:cNvSpPr>
          <p:nvPr>
            <p:ph type="sldNum" sz="quarter" idx="5"/>
          </p:nvPr>
        </p:nvSpPr>
        <p:spPr/>
        <p:txBody>
          <a:bodyPr/>
          <a:lstStyle/>
          <a:p>
            <a:fld id="{7E7CAE1F-7898-43D4-8771-73956163E427}" type="slidenum">
              <a:rPr lang="fr-CA" smtClean="0"/>
              <a:t>25</a:t>
            </a:fld>
            <a:endParaRPr lang="fr-CA"/>
          </a:p>
        </p:txBody>
      </p:sp>
    </p:spTree>
    <p:extLst>
      <p:ext uri="{BB962C8B-B14F-4D97-AF65-F5344CB8AC3E}">
        <p14:creationId xmlns:p14="http://schemas.microsoft.com/office/powerpoint/2010/main" val="690680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2DB217DC-04A5-427C-B99A-2BA32E6939DB}" type="slidenum">
              <a:rPr lang="fr-CA" smtClean="0"/>
              <a:t>26</a:t>
            </a:fld>
            <a:endParaRPr lang="fr-CA"/>
          </a:p>
        </p:txBody>
      </p:sp>
    </p:spTree>
    <p:extLst>
      <p:ext uri="{BB962C8B-B14F-4D97-AF65-F5344CB8AC3E}">
        <p14:creationId xmlns:p14="http://schemas.microsoft.com/office/powerpoint/2010/main" val="1997857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398D-7CDB-B3A2-771D-46A4D3DC719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F8345B4-2C93-5A81-6C7E-95981A4005D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7C42BA7-F371-89AB-F835-CDFCA885971A}"/>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B0F00321-C500-9E84-C7DC-F020C6706A5F}"/>
              </a:ext>
            </a:extLst>
          </p:cNvPr>
          <p:cNvSpPr>
            <a:spLocks noGrp="1"/>
          </p:cNvSpPr>
          <p:nvPr>
            <p:ph type="sldNum" sz="quarter" idx="5"/>
          </p:nvPr>
        </p:nvSpPr>
        <p:spPr/>
        <p:txBody>
          <a:bodyPr/>
          <a:lstStyle/>
          <a:p>
            <a:fld id="{7E7CAE1F-7898-43D4-8771-73956163E427}" type="slidenum">
              <a:rPr lang="fr-CA" smtClean="0"/>
              <a:t>29</a:t>
            </a:fld>
            <a:endParaRPr lang="fr-CA"/>
          </a:p>
        </p:txBody>
      </p:sp>
    </p:spTree>
    <p:extLst>
      <p:ext uri="{BB962C8B-B14F-4D97-AF65-F5344CB8AC3E}">
        <p14:creationId xmlns:p14="http://schemas.microsoft.com/office/powerpoint/2010/main" val="3479312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CCB6C-F2C8-EA8E-48C7-CC2849343B5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AD4CFFC-9970-50AF-E156-7DFD53FF31F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CEEABB1-CFB6-ED01-95B9-0D1CCE3DD817}"/>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0613EC80-CDD0-D563-D07E-1E25DCBDD566}"/>
              </a:ext>
            </a:extLst>
          </p:cNvPr>
          <p:cNvSpPr>
            <a:spLocks noGrp="1"/>
          </p:cNvSpPr>
          <p:nvPr>
            <p:ph type="sldNum" sz="quarter" idx="5"/>
          </p:nvPr>
        </p:nvSpPr>
        <p:spPr/>
        <p:txBody>
          <a:bodyPr/>
          <a:lstStyle/>
          <a:p>
            <a:fld id="{2DB217DC-04A5-427C-B99A-2BA32E6939DB}" type="slidenum">
              <a:rPr lang="fr-CA" smtClean="0"/>
              <a:t>30</a:t>
            </a:fld>
            <a:endParaRPr lang="fr-CA"/>
          </a:p>
        </p:txBody>
      </p:sp>
    </p:spTree>
    <p:extLst>
      <p:ext uri="{BB962C8B-B14F-4D97-AF65-F5344CB8AC3E}">
        <p14:creationId xmlns:p14="http://schemas.microsoft.com/office/powerpoint/2010/main" val="4179334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F8E2A-3F92-93F9-7E67-0DA98CDC9E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DAD3D3A-14E7-0A90-EA05-67E0F91592E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E420807-40E6-F921-6A51-C517F757A816}"/>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709F8417-A63E-1503-6EAD-59B8E6C24B6A}"/>
              </a:ext>
            </a:extLst>
          </p:cNvPr>
          <p:cNvSpPr>
            <a:spLocks noGrp="1"/>
          </p:cNvSpPr>
          <p:nvPr>
            <p:ph type="sldNum" sz="quarter" idx="5"/>
          </p:nvPr>
        </p:nvSpPr>
        <p:spPr/>
        <p:txBody>
          <a:bodyPr/>
          <a:lstStyle/>
          <a:p>
            <a:fld id="{7E7CAE1F-7898-43D4-8771-73956163E427}" type="slidenum">
              <a:rPr lang="fr-CA" smtClean="0"/>
              <a:t>32</a:t>
            </a:fld>
            <a:endParaRPr lang="fr-CA"/>
          </a:p>
        </p:txBody>
      </p:sp>
    </p:spTree>
    <p:extLst>
      <p:ext uri="{BB962C8B-B14F-4D97-AF65-F5344CB8AC3E}">
        <p14:creationId xmlns:p14="http://schemas.microsoft.com/office/powerpoint/2010/main" val="10809192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AE9C5-DACC-E1F7-8E55-BD9205F30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7B6CA71-BD95-ED84-CA79-52DD40E7AB3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B7BAFD9-0603-AB3F-083F-6AFE5B3D997F}"/>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B4423AF1-2464-9B22-C782-391926CF6B70}"/>
              </a:ext>
            </a:extLst>
          </p:cNvPr>
          <p:cNvSpPr>
            <a:spLocks noGrp="1"/>
          </p:cNvSpPr>
          <p:nvPr>
            <p:ph type="sldNum" sz="quarter" idx="5"/>
          </p:nvPr>
        </p:nvSpPr>
        <p:spPr/>
        <p:txBody>
          <a:bodyPr/>
          <a:lstStyle/>
          <a:p>
            <a:fld id="{7E7CAE1F-7898-43D4-8771-73956163E427}" type="slidenum">
              <a:rPr lang="fr-CA" smtClean="0"/>
              <a:t>33</a:t>
            </a:fld>
            <a:endParaRPr lang="fr-CA"/>
          </a:p>
        </p:txBody>
      </p:sp>
    </p:spTree>
    <p:extLst>
      <p:ext uri="{BB962C8B-B14F-4D97-AF65-F5344CB8AC3E}">
        <p14:creationId xmlns:p14="http://schemas.microsoft.com/office/powerpoint/2010/main" val="25157220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46529-EA66-C86F-1EE9-718DAC5C3F1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DF9FA5D-2D60-329E-B076-31FA774E0B6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F469A98-63AB-A8C9-6887-E7FFE29D1D70}"/>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52A4E7EE-8088-B3C4-3584-D030710B4D57}"/>
              </a:ext>
            </a:extLst>
          </p:cNvPr>
          <p:cNvSpPr>
            <a:spLocks noGrp="1"/>
          </p:cNvSpPr>
          <p:nvPr>
            <p:ph type="sldNum" sz="quarter" idx="5"/>
          </p:nvPr>
        </p:nvSpPr>
        <p:spPr/>
        <p:txBody>
          <a:bodyPr/>
          <a:lstStyle/>
          <a:p>
            <a:fld id="{7E7CAE1F-7898-43D4-8771-73956163E427}" type="slidenum">
              <a:rPr lang="fr-CA" smtClean="0"/>
              <a:t>34</a:t>
            </a:fld>
            <a:endParaRPr lang="fr-CA"/>
          </a:p>
        </p:txBody>
      </p:sp>
    </p:spTree>
    <p:extLst>
      <p:ext uri="{BB962C8B-B14F-4D97-AF65-F5344CB8AC3E}">
        <p14:creationId xmlns:p14="http://schemas.microsoft.com/office/powerpoint/2010/main" val="30176026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42497-4318-3D94-DF71-5C5F7A8E8D8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3132C98-9726-6278-ED06-25BD41E4A83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F900DE4-576F-C58F-323B-5C7E307FFB55}"/>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7DBFE9A5-E11E-F3C2-9549-510B69946A20}"/>
              </a:ext>
            </a:extLst>
          </p:cNvPr>
          <p:cNvSpPr>
            <a:spLocks noGrp="1"/>
          </p:cNvSpPr>
          <p:nvPr>
            <p:ph type="sldNum" sz="quarter" idx="5"/>
          </p:nvPr>
        </p:nvSpPr>
        <p:spPr/>
        <p:txBody>
          <a:bodyPr/>
          <a:lstStyle/>
          <a:p>
            <a:fld id="{7E7CAE1F-7898-43D4-8771-73956163E427}" type="slidenum">
              <a:rPr lang="fr-CA" smtClean="0"/>
              <a:t>37</a:t>
            </a:fld>
            <a:endParaRPr lang="fr-CA"/>
          </a:p>
        </p:txBody>
      </p:sp>
    </p:spTree>
    <p:extLst>
      <p:ext uri="{BB962C8B-B14F-4D97-AF65-F5344CB8AC3E}">
        <p14:creationId xmlns:p14="http://schemas.microsoft.com/office/powerpoint/2010/main" val="1963334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452FC-B32F-424F-B804-AC0F16832E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FCE6BA4-A7DA-7574-51DC-F9875ED2FE4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63375D3-339E-3937-6CE6-9E022F746128}"/>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B6C6E1B1-B1C5-CBBC-7FB8-DBC6B9D63CC5}"/>
              </a:ext>
            </a:extLst>
          </p:cNvPr>
          <p:cNvSpPr>
            <a:spLocks noGrp="1"/>
          </p:cNvSpPr>
          <p:nvPr>
            <p:ph type="sldNum" sz="quarter" idx="5"/>
          </p:nvPr>
        </p:nvSpPr>
        <p:spPr/>
        <p:txBody>
          <a:bodyPr/>
          <a:lstStyle/>
          <a:p>
            <a:fld id="{7E7CAE1F-7898-43D4-8771-73956163E427}" type="slidenum">
              <a:rPr lang="fr-CA" smtClean="0"/>
              <a:t>38</a:t>
            </a:fld>
            <a:endParaRPr lang="fr-CA"/>
          </a:p>
        </p:txBody>
      </p:sp>
    </p:spTree>
    <p:extLst>
      <p:ext uri="{BB962C8B-B14F-4D97-AF65-F5344CB8AC3E}">
        <p14:creationId xmlns:p14="http://schemas.microsoft.com/office/powerpoint/2010/main" val="42783321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7E7CAE1F-7898-43D4-8771-73956163E427}" type="slidenum">
              <a:rPr lang="fr-CA" smtClean="0"/>
              <a:t>40</a:t>
            </a:fld>
            <a:endParaRPr lang="fr-CA"/>
          </a:p>
        </p:txBody>
      </p:sp>
    </p:spTree>
    <p:extLst>
      <p:ext uri="{BB962C8B-B14F-4D97-AF65-F5344CB8AC3E}">
        <p14:creationId xmlns:p14="http://schemas.microsoft.com/office/powerpoint/2010/main" val="39906873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F4B4-F606-A259-D3C0-689A500A36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BB0AE2B-9ACC-2A6B-3DA2-818EDD0DD9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13D9C99-C379-636E-BD69-F83CA276A887}"/>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23C84549-3652-1498-BD02-C149FC9C82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49247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7E7CAE1F-7898-43D4-8771-73956163E427}" type="slidenum">
              <a:rPr lang="fr-CA" smtClean="0"/>
              <a:t>45</a:t>
            </a:fld>
            <a:endParaRPr lang="fr-CA"/>
          </a:p>
        </p:txBody>
      </p:sp>
    </p:spTree>
    <p:extLst>
      <p:ext uri="{BB962C8B-B14F-4D97-AF65-F5344CB8AC3E}">
        <p14:creationId xmlns:p14="http://schemas.microsoft.com/office/powerpoint/2010/main" val="19640880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Arial" panose="020B0604020202020204" pitchFamily="34" charset="0"/>
              <a:buChar char="•"/>
            </a:pPr>
            <a:endParaRPr lang="en-CA"/>
          </a:p>
        </p:txBody>
      </p:sp>
      <p:sp>
        <p:nvSpPr>
          <p:cNvPr id="4" name="Espace réservé du numéro de diapositive 3"/>
          <p:cNvSpPr>
            <a:spLocks noGrp="1"/>
          </p:cNvSpPr>
          <p:nvPr>
            <p:ph type="sldNum" sz="quarter" idx="5"/>
          </p:nvPr>
        </p:nvSpPr>
        <p:spPr/>
        <p:txBody>
          <a:bodyPr/>
          <a:lstStyle/>
          <a:p>
            <a:fld id="{7E7CAE1F-7898-43D4-8771-73956163E427}" type="slidenum">
              <a:rPr lang="fr-CA" smtClean="0"/>
              <a:t>48</a:t>
            </a:fld>
            <a:endParaRPr lang="fr-CA"/>
          </a:p>
        </p:txBody>
      </p:sp>
    </p:spTree>
    <p:extLst>
      <p:ext uri="{BB962C8B-B14F-4D97-AF65-F5344CB8AC3E}">
        <p14:creationId xmlns:p14="http://schemas.microsoft.com/office/powerpoint/2010/main" val="41846896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7E7CAE1F-7898-43D4-8771-73956163E427}" type="slidenum">
              <a:rPr lang="fr-CA" smtClean="0"/>
              <a:t>50</a:t>
            </a:fld>
            <a:endParaRPr lang="fr-CA"/>
          </a:p>
        </p:txBody>
      </p:sp>
    </p:spTree>
    <p:extLst>
      <p:ext uri="{BB962C8B-B14F-4D97-AF65-F5344CB8AC3E}">
        <p14:creationId xmlns:p14="http://schemas.microsoft.com/office/powerpoint/2010/main" val="12409084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48EA55AE-FA0D-4484-8C53-18A7A77CEBFA}" type="slidenum">
              <a:rPr lang="fr-CA" smtClean="0"/>
              <a:t>54</a:t>
            </a:fld>
            <a:endParaRPr lang="fr-CA"/>
          </a:p>
        </p:txBody>
      </p:sp>
    </p:spTree>
    <p:extLst>
      <p:ext uri="{BB962C8B-B14F-4D97-AF65-F5344CB8AC3E}">
        <p14:creationId xmlns:p14="http://schemas.microsoft.com/office/powerpoint/2010/main" val="11255156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5AE-FA0D-4484-8C53-18A7A77CEBFA}" type="slidenum">
              <a:rPr kumimoji="0" lang="fr-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fr-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75269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slideMaster" Target="../slideMasters/slideMaster2.xml"/><Relationship Id="rId4" Type="http://schemas.openxmlformats.org/officeDocument/2006/relationships/tags" Target="../tags/tag7.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pic>
        <p:nvPicPr>
          <p:cNvPr id="8" name="Picture 7" descr="A group of people sitting on stairs  Description automatically generated with medium confidence">
            <a:extLst>
              <a:ext uri="{FF2B5EF4-FFF2-40B4-BE49-F238E27FC236}">
                <a16:creationId xmlns:a16="http://schemas.microsoft.com/office/drawing/2014/main" id="{A135F293-1906-8D22-0785-79DD186470F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11" y="0"/>
            <a:ext cx="12188389" cy="68580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374537" y="1990728"/>
            <a:ext cx="5978135" cy="2254161"/>
          </a:xfrm>
        </p:spPr>
        <p:txBody>
          <a:bodyPr anchor="b" anchorCtr="0"/>
          <a:lstStyle>
            <a:lvl1pPr>
              <a:defRPr sz="6000" b="1" i="0">
                <a:solidFill>
                  <a:schemeClr val="accent1"/>
                </a:solidFill>
                <a:latin typeface="Visby Slab CF Demi Bold" pitchFamily="2" charset="77"/>
              </a:defRPr>
            </a:lvl1pPr>
          </a:lstStyle>
          <a:p>
            <a:r>
              <a:rPr lang="en-US" err="1"/>
              <a:t>Titre</a:t>
            </a:r>
            <a:endParaRPr lang="en-US"/>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374537" y="4178603"/>
            <a:ext cx="5978136" cy="1885315"/>
          </a:xfrm>
        </p:spPr>
        <p:txBody>
          <a:bodyPr>
            <a:normAutofit/>
          </a:bodyPr>
          <a:lstStyle>
            <a:lvl1pPr marL="0" indent="0">
              <a:buNone/>
              <a:defRPr sz="2667" b="0" i="0">
                <a:solidFill>
                  <a:schemeClr val="tx2"/>
                </a:solidFill>
                <a:latin typeface="Visby CF" pitchFamily="2" charset="77"/>
              </a:defRPr>
            </a:lvl1pPr>
          </a:lstStyle>
          <a:p>
            <a:pPr lvl="0"/>
            <a:r>
              <a:rPr lang="en-US"/>
              <a:t>Sous-</a:t>
            </a:r>
            <a:r>
              <a:rPr lang="en-US" err="1"/>
              <a:t>titre</a:t>
            </a:r>
            <a:endParaRPr lang="en-US"/>
          </a:p>
        </p:txBody>
      </p:sp>
      <p:pic>
        <p:nvPicPr>
          <p:cNvPr id="10" name="Picture 9" descr="A close up of a sign  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Tree>
    <p:extLst>
      <p:ext uri="{BB962C8B-B14F-4D97-AF65-F5344CB8AC3E}">
        <p14:creationId xmlns:p14="http://schemas.microsoft.com/office/powerpoint/2010/main" val="1421046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apositive de titre">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85A992C-FD7E-DB48-739E-CAF22E9A1F2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7934" r="6667"/>
          <a:stretch/>
        </p:blipFill>
        <p:spPr bwMode="auto">
          <a:xfrm>
            <a:off x="3411415" y="0"/>
            <a:ext cx="8780592"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close up of a sign  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
        <p:nvSpPr>
          <p:cNvPr id="9" name="Rectangle 8">
            <a:extLst>
              <a:ext uri="{FF2B5EF4-FFF2-40B4-BE49-F238E27FC236}">
                <a16:creationId xmlns:a16="http://schemas.microsoft.com/office/drawing/2014/main" id="{1305BF1E-891C-A4AF-A479-36FE7F8FD500}"/>
              </a:ext>
            </a:extLst>
          </p:cNvPr>
          <p:cNvSpPr/>
          <p:nvPr userDrawn="1"/>
        </p:nvSpPr>
        <p:spPr>
          <a:xfrm>
            <a:off x="6019200" y="5212800"/>
            <a:ext cx="547200" cy="54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11" name="Rectangle 10">
            <a:extLst>
              <a:ext uri="{FF2B5EF4-FFF2-40B4-BE49-F238E27FC236}">
                <a16:creationId xmlns:a16="http://schemas.microsoft.com/office/drawing/2014/main" id="{6C73C427-BBB4-0544-1B2E-B7C9449FD0DD}"/>
              </a:ext>
            </a:extLst>
          </p:cNvPr>
          <p:cNvSpPr/>
          <p:nvPr userDrawn="1"/>
        </p:nvSpPr>
        <p:spPr>
          <a:xfrm>
            <a:off x="6566400" y="5212800"/>
            <a:ext cx="5625600" cy="5472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2" name="Rectangle 1">
            <a:extLst>
              <a:ext uri="{FF2B5EF4-FFF2-40B4-BE49-F238E27FC236}">
                <a16:creationId xmlns:a16="http://schemas.microsoft.com/office/drawing/2014/main" id="{0CDEB207-92C5-842B-6134-B04F2E996053}"/>
              </a:ext>
            </a:extLst>
          </p:cNvPr>
          <p:cNvSpPr/>
          <p:nvPr userDrawn="1"/>
        </p:nvSpPr>
        <p:spPr>
          <a:xfrm>
            <a:off x="-62752" y="0"/>
            <a:ext cx="3474160" cy="6858000"/>
          </a:xfrm>
          <a:prstGeom prst="rect">
            <a:avLst/>
          </a:prstGeom>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pic>
        <p:nvPicPr>
          <p:cNvPr id="3" name="Picture 9" descr="A close up of a sign  Description automatically generated">
            <a:extLst>
              <a:ext uri="{FF2B5EF4-FFF2-40B4-BE49-F238E27FC236}">
                <a16:creationId xmlns:a16="http://schemas.microsoft.com/office/drawing/2014/main" id="{19C71502-14D3-54DC-BEE9-12B69D6BCE9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82083" y="631121"/>
            <a:ext cx="1562807" cy="1562807"/>
          </a:xfrm>
          <a:prstGeom prst="rect">
            <a:avLst/>
          </a:prstGeom>
        </p:spPr>
      </p:pic>
      <p:sp>
        <p:nvSpPr>
          <p:cNvPr id="7" name="Title 1">
            <a:extLst>
              <a:ext uri="{FF2B5EF4-FFF2-40B4-BE49-F238E27FC236}">
                <a16:creationId xmlns:a16="http://schemas.microsoft.com/office/drawing/2014/main" id="{65B9265B-4FFC-F2C8-F435-6CA51324C7D8}"/>
              </a:ext>
            </a:extLst>
          </p:cNvPr>
          <p:cNvSpPr>
            <a:spLocks noGrp="1"/>
          </p:cNvSpPr>
          <p:nvPr>
            <p:ph type="title" hasCustomPrompt="1"/>
          </p:nvPr>
        </p:nvSpPr>
        <p:spPr>
          <a:xfrm>
            <a:off x="374537" y="1990728"/>
            <a:ext cx="5978135" cy="2254161"/>
          </a:xfrm>
          <a:ln>
            <a:noFill/>
          </a:ln>
        </p:spPr>
        <p:txBody>
          <a:bodyPr anchor="b" anchorCtr="0"/>
          <a:lstStyle>
            <a:lvl1pPr>
              <a:defRPr sz="6000" b="0">
                <a:solidFill>
                  <a:schemeClr val="tx2"/>
                </a:solidFill>
                <a:latin typeface="Visby Slab CF Bold" panose="00000800000000000000" pitchFamily="50" charset="0"/>
              </a:defRPr>
            </a:lvl1pPr>
          </a:lstStyle>
          <a:p>
            <a:r>
              <a:rPr lang="en-US" err="1"/>
              <a:t>Titre</a:t>
            </a:r>
            <a:endParaRPr lang="en-US"/>
          </a:p>
        </p:txBody>
      </p:sp>
      <p:sp>
        <p:nvSpPr>
          <p:cNvPr id="8" name="Text Placeholder 12">
            <a:extLst>
              <a:ext uri="{FF2B5EF4-FFF2-40B4-BE49-F238E27FC236}">
                <a16:creationId xmlns:a16="http://schemas.microsoft.com/office/drawing/2014/main" id="{85BB9CD6-5516-AEB6-5F47-CFAD3E025644}"/>
              </a:ext>
            </a:extLst>
          </p:cNvPr>
          <p:cNvSpPr>
            <a:spLocks noGrp="1"/>
          </p:cNvSpPr>
          <p:nvPr>
            <p:ph type="body" sz="quarter" idx="11" hasCustomPrompt="1"/>
          </p:nvPr>
        </p:nvSpPr>
        <p:spPr>
          <a:xfrm>
            <a:off x="374538" y="4178603"/>
            <a:ext cx="2906545" cy="2383563"/>
          </a:xfrm>
        </p:spPr>
        <p:txBody>
          <a:bodyPr>
            <a:normAutofit/>
          </a:bodyPr>
          <a:lstStyle>
            <a:lvl1pPr marL="0" indent="0">
              <a:buNone/>
              <a:defRPr sz="2667" b="0" i="0">
                <a:solidFill>
                  <a:schemeClr val="bg2">
                    <a:lumMod val="50000"/>
                  </a:schemeClr>
                </a:solidFill>
                <a:latin typeface="Visby CF Bold" pitchFamily="50" charset="0"/>
              </a:defRPr>
            </a:lvl1pPr>
          </a:lstStyle>
          <a:p>
            <a:pPr lvl="0"/>
            <a:r>
              <a:rPr lang="en-US"/>
              <a:t>Sous-</a:t>
            </a:r>
            <a:r>
              <a:rPr lang="en-US" err="1"/>
              <a:t>titre</a:t>
            </a:r>
            <a:endParaRPr lang="en-US"/>
          </a:p>
        </p:txBody>
      </p:sp>
    </p:spTree>
    <p:extLst>
      <p:ext uri="{BB962C8B-B14F-4D97-AF65-F5344CB8AC3E}">
        <p14:creationId xmlns:p14="http://schemas.microsoft.com/office/powerpoint/2010/main" val="1756522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Diapositive de tit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375C50-436C-3C80-C642-31F554885E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374537" y="1990728"/>
            <a:ext cx="5978135" cy="2254161"/>
          </a:xfrm>
        </p:spPr>
        <p:txBody>
          <a:bodyPr anchor="b" anchorCtr="0"/>
          <a:lstStyle>
            <a:lvl1pPr>
              <a:defRPr sz="6000">
                <a:solidFill>
                  <a:schemeClr val="bg1"/>
                </a:solidFill>
                <a:latin typeface="Visby Slab CF" pitchFamily="2" charset="77"/>
              </a:defRPr>
            </a:lvl1pPr>
          </a:lstStyle>
          <a:p>
            <a:r>
              <a:rPr lang="en-US" err="1"/>
              <a:t>Titre</a:t>
            </a:r>
            <a:endParaRPr lang="en-US"/>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374537" y="4178603"/>
            <a:ext cx="5978136" cy="1885315"/>
          </a:xfrm>
        </p:spPr>
        <p:txBody>
          <a:bodyPr>
            <a:normAutofit/>
          </a:bodyPr>
          <a:lstStyle>
            <a:lvl1pPr marL="0" indent="0">
              <a:buNone/>
              <a:defRPr sz="2667" b="0" i="0">
                <a:solidFill>
                  <a:schemeClr val="bg1"/>
                </a:solidFill>
                <a:latin typeface="Visby CF" pitchFamily="2" charset="77"/>
              </a:defRPr>
            </a:lvl1pPr>
          </a:lstStyle>
          <a:p>
            <a:pPr lvl="0"/>
            <a:r>
              <a:rPr lang="en-US"/>
              <a:t>Sous-</a:t>
            </a:r>
            <a:r>
              <a:rPr lang="en-US" err="1"/>
              <a:t>titre</a:t>
            </a:r>
            <a:endParaRPr lang="en-US"/>
          </a:p>
        </p:txBody>
      </p:sp>
      <p:pic>
        <p:nvPicPr>
          <p:cNvPr id="10" name="Picture 9" descr="A close up of a sign  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
        <p:nvSpPr>
          <p:cNvPr id="9" name="Rectangle 8">
            <a:extLst>
              <a:ext uri="{FF2B5EF4-FFF2-40B4-BE49-F238E27FC236}">
                <a16:creationId xmlns:a16="http://schemas.microsoft.com/office/drawing/2014/main" id="{1305BF1E-891C-A4AF-A479-36FE7F8FD500}"/>
              </a:ext>
            </a:extLst>
          </p:cNvPr>
          <p:cNvSpPr/>
          <p:nvPr userDrawn="1"/>
        </p:nvSpPr>
        <p:spPr>
          <a:xfrm>
            <a:off x="6019200" y="5212800"/>
            <a:ext cx="547200" cy="54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11" name="Rectangle 10">
            <a:extLst>
              <a:ext uri="{FF2B5EF4-FFF2-40B4-BE49-F238E27FC236}">
                <a16:creationId xmlns:a16="http://schemas.microsoft.com/office/drawing/2014/main" id="{6C73C427-BBB4-0544-1B2E-B7C9449FD0DD}"/>
              </a:ext>
            </a:extLst>
          </p:cNvPr>
          <p:cNvSpPr/>
          <p:nvPr userDrawn="1"/>
        </p:nvSpPr>
        <p:spPr>
          <a:xfrm>
            <a:off x="6566400" y="5212800"/>
            <a:ext cx="5625600" cy="54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Tree>
    <p:extLst>
      <p:ext uri="{BB962C8B-B14F-4D97-AF65-F5344CB8AC3E}">
        <p14:creationId xmlns:p14="http://schemas.microsoft.com/office/powerpoint/2010/main" val="2907842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Diapositive de titre">
    <p:spTree>
      <p:nvGrpSpPr>
        <p:cNvPr id="1" name=""/>
        <p:cNvGrpSpPr/>
        <p:nvPr/>
      </p:nvGrpSpPr>
      <p:grpSpPr>
        <a:xfrm>
          <a:off x="0" y="0"/>
          <a:ext cx="0" cy="0"/>
          <a:chOff x="0" y="0"/>
          <a:chExt cx="0" cy="0"/>
        </a:xfrm>
      </p:grpSpPr>
      <p:pic>
        <p:nvPicPr>
          <p:cNvPr id="12" name="Picture 11" descr="A picture containing building, outdoor, sky, city  Description automatically generated">
            <a:extLst>
              <a:ext uri="{FF2B5EF4-FFF2-40B4-BE49-F238E27FC236}">
                <a16:creationId xmlns:a16="http://schemas.microsoft.com/office/drawing/2014/main" id="{04743DEF-FC3C-DBAA-AEF4-43E7EC1625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374537" y="1990728"/>
            <a:ext cx="5978135" cy="2254161"/>
          </a:xfrm>
        </p:spPr>
        <p:txBody>
          <a:bodyPr anchor="b" anchorCtr="0"/>
          <a:lstStyle>
            <a:lvl1pPr>
              <a:defRPr sz="6000" b="1" i="0">
                <a:solidFill>
                  <a:schemeClr val="accent1"/>
                </a:solidFill>
                <a:latin typeface="Visby Slab CF Demi Bold" pitchFamily="2" charset="77"/>
              </a:defRPr>
            </a:lvl1pPr>
          </a:lstStyle>
          <a:p>
            <a:br>
              <a:rPr lang="en-US"/>
            </a:br>
            <a:br>
              <a:rPr lang="en-US"/>
            </a:br>
            <a:r>
              <a:rPr lang="en-US" err="1"/>
              <a:t>Titre</a:t>
            </a:r>
            <a:endParaRPr lang="en-US"/>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374537" y="4178603"/>
            <a:ext cx="5978136" cy="1885315"/>
          </a:xfrm>
        </p:spPr>
        <p:txBody>
          <a:bodyPr>
            <a:normAutofit/>
          </a:bodyPr>
          <a:lstStyle>
            <a:lvl1pPr marL="0" indent="0">
              <a:buNone/>
              <a:defRPr sz="2667" b="0" i="0">
                <a:solidFill>
                  <a:schemeClr val="tx2"/>
                </a:solidFill>
                <a:latin typeface="Visby CF" pitchFamily="2" charset="77"/>
              </a:defRPr>
            </a:lvl1pPr>
          </a:lstStyle>
          <a:p>
            <a:pPr lvl="0"/>
            <a:r>
              <a:rPr lang="en-US"/>
              <a:t>Sous-</a:t>
            </a:r>
            <a:r>
              <a:rPr lang="en-US" err="1"/>
              <a:t>titre</a:t>
            </a:r>
            <a:endParaRPr lang="en-US"/>
          </a:p>
        </p:txBody>
      </p:sp>
      <p:pic>
        <p:nvPicPr>
          <p:cNvPr id="10" name="Picture 9" descr="A close up of a sign  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Tree>
    <p:extLst>
      <p:ext uri="{BB962C8B-B14F-4D97-AF65-F5344CB8AC3E}">
        <p14:creationId xmlns:p14="http://schemas.microsoft.com/office/powerpoint/2010/main" val="2391042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92509" y="2126743"/>
            <a:ext cx="10915200" cy="3825587"/>
          </a:xfrm>
        </p:spPr>
        <p:txBody>
          <a:bodyPr/>
          <a:lstStyle>
            <a:lvl1pPr>
              <a:defRPr b="0" i="0">
                <a:latin typeface="Visby CF" pitchFamily="2" charset="77"/>
              </a:defRPr>
            </a:lvl1pPr>
            <a:lvl2pPr>
              <a:defRPr b="0" i="0">
                <a:latin typeface="Visby CF" pitchFamily="2" charset="77"/>
              </a:defRPr>
            </a:lvl2pPr>
            <a:lvl3pPr>
              <a:defRPr b="0" i="0">
                <a:latin typeface="Visby CF" pitchFamily="2" charset="77"/>
              </a:defRPr>
            </a:lvl3pPr>
            <a:lvl4pPr>
              <a:defRPr b="0" i="0">
                <a:latin typeface="Visby CF" pitchFamily="2" charset="77"/>
              </a:defRPr>
            </a:lvl4pPr>
            <a:lvl5pPr>
              <a:defRPr b="0" i="0">
                <a:latin typeface="Visby CF" pitchFamily="2" charset="77"/>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userDrawn="1"/>
        </p:nvSpPr>
        <p:spPr>
          <a:xfrm>
            <a:off x="461433" y="5718811"/>
            <a:ext cx="1219200" cy="1097280"/>
          </a:xfrm>
          <a:prstGeom prst="rect">
            <a:avLst/>
          </a:prstGeom>
        </p:spPr>
        <p:txBody>
          <a:bodyPr vert="horz" wrap="none" lIns="109728" tIns="54864" rIns="109728" bIns="54864" rtlCol="0">
            <a:normAutofit/>
          </a:bodyPr>
          <a:lstStyle/>
          <a:p>
            <a:pPr marL="185755" indent="-185755">
              <a:buClr>
                <a:schemeClr val="accent2"/>
              </a:buClr>
              <a:buSzPct val="125000"/>
              <a:buFont typeface="Arial" panose="020B0604020202020204" pitchFamily="34" charset="0"/>
              <a:buChar char="•"/>
            </a:pPr>
            <a:endParaRPr lang="fr-CA" sz="2004" noProof="0"/>
          </a:p>
        </p:txBody>
      </p:sp>
      <p:sp>
        <p:nvSpPr>
          <p:cNvPr id="11" name="Titre 1">
            <a:extLst>
              <a:ext uri="{FF2B5EF4-FFF2-40B4-BE49-F238E27FC236}">
                <a16:creationId xmlns:a16="http://schemas.microsoft.com/office/drawing/2014/main" id="{B80B1BCF-CD6C-E84F-90BB-05BEA3F2C6DC}"/>
              </a:ext>
            </a:extLst>
          </p:cNvPr>
          <p:cNvSpPr>
            <a:spLocks noGrp="1"/>
          </p:cNvSpPr>
          <p:nvPr>
            <p:ph type="title" hasCustomPrompt="1"/>
          </p:nvPr>
        </p:nvSpPr>
        <p:spPr>
          <a:xfrm>
            <a:off x="492509" y="302168"/>
            <a:ext cx="10915200" cy="987552"/>
          </a:xfrm>
        </p:spPr>
        <p:txBody>
          <a:bodyPr/>
          <a:lstStyle>
            <a:lvl1pPr>
              <a:defRPr sz="4000" b="1" i="0">
                <a:solidFill>
                  <a:schemeClr val="accent3"/>
                </a:solidFill>
                <a:latin typeface="Visby Slab CF Demi Bold" pitchFamily="2" charset="77"/>
              </a:defRPr>
            </a:lvl1pPr>
          </a:lstStyle>
          <a:p>
            <a:r>
              <a:rPr lang="fr-CA" noProof="0"/>
              <a:t>Click to </a:t>
            </a:r>
            <a:r>
              <a:rPr lang="fr-CA" noProof="0" err="1"/>
              <a:t>edit</a:t>
            </a:r>
            <a:r>
              <a:rPr lang="fr-CA" noProof="0"/>
              <a:t> </a:t>
            </a:r>
            <a:r>
              <a:rPr lang="fr-CA" noProof="0" err="1"/>
              <a:t>title</a:t>
            </a:r>
            <a:r>
              <a:rPr lang="fr-CA" noProof="0"/>
              <a:t> style</a:t>
            </a:r>
          </a:p>
        </p:txBody>
      </p:sp>
      <p:sp>
        <p:nvSpPr>
          <p:cNvPr id="16" name="Text Placeholder 14">
            <a:extLst>
              <a:ext uri="{FF2B5EF4-FFF2-40B4-BE49-F238E27FC236}">
                <a16:creationId xmlns:a16="http://schemas.microsoft.com/office/drawing/2014/main" id="{C464AAE5-5DAC-A240-98C4-F842ECA49723}"/>
              </a:ext>
            </a:extLst>
          </p:cNvPr>
          <p:cNvSpPr>
            <a:spLocks noGrp="1"/>
          </p:cNvSpPr>
          <p:nvPr>
            <p:ph type="body" sz="quarter" idx="10"/>
          </p:nvPr>
        </p:nvSpPr>
        <p:spPr>
          <a:xfrm>
            <a:off x="492510" y="1139191"/>
            <a:ext cx="6991349" cy="576720"/>
          </a:xfrm>
        </p:spPr>
        <p:txBody>
          <a:bodyPr>
            <a:normAutofit/>
          </a:bodyPr>
          <a:lstStyle>
            <a:lvl1pPr>
              <a:defRPr sz="2133" b="1" i="0">
                <a:solidFill>
                  <a:srgbClr val="002060"/>
                </a:solidFill>
                <a:latin typeface="Visby CF Bold" pitchFamily="2" charset="77"/>
              </a:defRPr>
            </a:lvl1pPr>
          </a:lstStyle>
          <a:p>
            <a:pPr lvl="0"/>
            <a:r>
              <a:rPr lang="fr-FR"/>
              <a:t>Cliquez pour modifier les styles du texte du masque</a:t>
            </a:r>
          </a:p>
        </p:txBody>
      </p:sp>
      <p:sp>
        <p:nvSpPr>
          <p:cNvPr id="2" name="Rectangle 1">
            <a:extLst>
              <a:ext uri="{FF2B5EF4-FFF2-40B4-BE49-F238E27FC236}">
                <a16:creationId xmlns:a16="http://schemas.microsoft.com/office/drawing/2014/main" id="{65CCD79C-672A-61B0-B580-98FFDF24F8E9}"/>
              </a:ext>
            </a:extLst>
          </p:cNvPr>
          <p:cNvSpPr/>
          <p:nvPr userDrawn="1"/>
        </p:nvSpPr>
        <p:spPr>
          <a:xfrm rot="16200000">
            <a:off x="0" y="832983"/>
            <a:ext cx="194443" cy="19444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4" name="Rectangle 3">
            <a:extLst>
              <a:ext uri="{FF2B5EF4-FFF2-40B4-BE49-F238E27FC236}">
                <a16:creationId xmlns:a16="http://schemas.microsoft.com/office/drawing/2014/main" id="{B359B664-BA8B-6545-1B6A-D590CD0B05E9}"/>
              </a:ext>
            </a:extLst>
          </p:cNvPr>
          <p:cNvSpPr/>
          <p:nvPr userDrawn="1"/>
        </p:nvSpPr>
        <p:spPr>
          <a:xfrm rot="16200000">
            <a:off x="-191139" y="447401"/>
            <a:ext cx="576720" cy="19444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Tree>
    <p:extLst>
      <p:ext uri="{BB962C8B-B14F-4D97-AF65-F5344CB8AC3E}">
        <p14:creationId xmlns:p14="http://schemas.microsoft.com/office/powerpoint/2010/main" val="1802495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Page 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2720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92509" y="2126744"/>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4" name="Espace réservé du contenu 3"/>
          <p:cNvSpPr>
            <a:spLocks noGrp="1"/>
          </p:cNvSpPr>
          <p:nvPr>
            <p:ph sz="half" idx="2"/>
          </p:nvPr>
        </p:nvSpPr>
        <p:spPr>
          <a:xfrm>
            <a:off x="6080509" y="2126744"/>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6" name="Titre 1">
            <a:extLst>
              <a:ext uri="{FF2B5EF4-FFF2-40B4-BE49-F238E27FC236}">
                <a16:creationId xmlns:a16="http://schemas.microsoft.com/office/drawing/2014/main" id="{5DC87F9A-0B14-5044-A85E-4048F6B5FFD3}"/>
              </a:ext>
            </a:extLst>
          </p:cNvPr>
          <p:cNvSpPr>
            <a:spLocks noGrp="1"/>
          </p:cNvSpPr>
          <p:nvPr>
            <p:ph type="title" hasCustomPrompt="1"/>
          </p:nvPr>
        </p:nvSpPr>
        <p:spPr>
          <a:xfrm>
            <a:off x="492509" y="302168"/>
            <a:ext cx="10915200" cy="987552"/>
          </a:xfrm>
        </p:spPr>
        <p:txBody>
          <a:bodyPr/>
          <a:lstStyle>
            <a:lvl1pPr>
              <a:defRPr sz="4000">
                <a:solidFill>
                  <a:schemeClr val="accent3"/>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7" name="Text Placeholder 14">
            <a:extLst>
              <a:ext uri="{FF2B5EF4-FFF2-40B4-BE49-F238E27FC236}">
                <a16:creationId xmlns:a16="http://schemas.microsoft.com/office/drawing/2014/main" id="{9EF46E6C-4B7F-3C48-9C35-05A210759582}"/>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107521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492510" y="2126743"/>
            <a:ext cx="5386917" cy="639763"/>
          </a:xfrm>
        </p:spPr>
        <p:txBody>
          <a:bodyPr anchor="b">
            <a:noAutofit/>
          </a:bodyPr>
          <a:lstStyle>
            <a:lvl1pPr marL="0" indent="0">
              <a:buNone/>
              <a:defRPr sz="1800" b="1" cap="all" baseline="0"/>
            </a:lvl1pPr>
            <a:lvl2pPr marL="548626" indent="0">
              <a:buNone/>
              <a:defRPr sz="2400" b="1"/>
            </a:lvl2pPr>
            <a:lvl3pPr marL="1097253" indent="0">
              <a:buNone/>
              <a:defRPr sz="2160" b="1"/>
            </a:lvl3pPr>
            <a:lvl4pPr marL="1645879" indent="0">
              <a:buNone/>
              <a:defRPr sz="1920" b="1"/>
            </a:lvl4pPr>
            <a:lvl5pPr marL="2194505" indent="0">
              <a:buNone/>
              <a:defRPr sz="1920" b="1"/>
            </a:lvl5pPr>
            <a:lvl6pPr marL="2743131" indent="0">
              <a:buNone/>
              <a:defRPr sz="1920" b="1"/>
            </a:lvl6pPr>
            <a:lvl7pPr marL="3291758" indent="0">
              <a:buNone/>
              <a:defRPr sz="1920" b="1"/>
            </a:lvl7pPr>
            <a:lvl8pPr marL="3840384" indent="0">
              <a:buNone/>
              <a:defRPr sz="1920" b="1"/>
            </a:lvl8pPr>
            <a:lvl9pPr marL="4389010" indent="0">
              <a:buNone/>
              <a:defRPr sz="192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492510" y="2766505"/>
            <a:ext cx="5386917"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5" name="Espace réservé du texte 4"/>
          <p:cNvSpPr>
            <a:spLocks noGrp="1"/>
          </p:cNvSpPr>
          <p:nvPr>
            <p:ph type="body" sz="quarter" idx="3"/>
          </p:nvPr>
        </p:nvSpPr>
        <p:spPr>
          <a:xfrm>
            <a:off x="6076280" y="2126743"/>
            <a:ext cx="5389033" cy="639763"/>
          </a:xfrm>
        </p:spPr>
        <p:txBody>
          <a:bodyPr anchor="b">
            <a:noAutofit/>
          </a:bodyPr>
          <a:lstStyle>
            <a:lvl1pPr marL="0" indent="0">
              <a:buNone/>
              <a:defRPr sz="1800" b="1" cap="all" baseline="0"/>
            </a:lvl1pPr>
            <a:lvl2pPr marL="548626" indent="0">
              <a:buNone/>
              <a:defRPr sz="2400" b="1"/>
            </a:lvl2pPr>
            <a:lvl3pPr marL="1097253" indent="0">
              <a:buNone/>
              <a:defRPr sz="2160" b="1"/>
            </a:lvl3pPr>
            <a:lvl4pPr marL="1645879" indent="0">
              <a:buNone/>
              <a:defRPr sz="1920" b="1"/>
            </a:lvl4pPr>
            <a:lvl5pPr marL="2194505" indent="0">
              <a:buNone/>
              <a:defRPr sz="1920" b="1"/>
            </a:lvl5pPr>
            <a:lvl6pPr marL="2743131" indent="0">
              <a:buNone/>
              <a:defRPr sz="1920" b="1"/>
            </a:lvl6pPr>
            <a:lvl7pPr marL="3291758" indent="0">
              <a:buNone/>
              <a:defRPr sz="1920" b="1"/>
            </a:lvl7pPr>
            <a:lvl8pPr marL="3840384" indent="0">
              <a:buNone/>
              <a:defRPr sz="1920" b="1"/>
            </a:lvl8pPr>
            <a:lvl9pPr marL="4389010" indent="0">
              <a:buNone/>
              <a:defRPr sz="192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6076280" y="2766505"/>
            <a:ext cx="5389033"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8" name="Titre 1">
            <a:extLst>
              <a:ext uri="{FF2B5EF4-FFF2-40B4-BE49-F238E27FC236}">
                <a16:creationId xmlns:a16="http://schemas.microsoft.com/office/drawing/2014/main" id="{774571B3-8C99-AF4B-A06D-5BCDBDA55509}"/>
              </a:ext>
            </a:extLst>
          </p:cNvPr>
          <p:cNvSpPr>
            <a:spLocks noGrp="1"/>
          </p:cNvSpPr>
          <p:nvPr>
            <p:ph type="title" hasCustomPrompt="1"/>
          </p:nvPr>
        </p:nvSpPr>
        <p:spPr>
          <a:xfrm>
            <a:off x="492509" y="302168"/>
            <a:ext cx="10915200" cy="987552"/>
          </a:xfrm>
        </p:spPr>
        <p:txBody>
          <a:bodyPr/>
          <a:lstStyle>
            <a:lvl1pPr>
              <a:defRPr sz="4000">
                <a:solidFill>
                  <a:schemeClr val="accent3"/>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9" name="Text Placeholder 14">
            <a:extLst>
              <a:ext uri="{FF2B5EF4-FFF2-40B4-BE49-F238E27FC236}">
                <a16:creationId xmlns:a16="http://schemas.microsoft.com/office/drawing/2014/main" id="{6C4B472A-7EF1-4148-BA9C-E519EA28DFD7}"/>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1506269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pic>
        <p:nvPicPr>
          <p:cNvPr id="3" name="Picture 2" descr="A picture containing sitting, computer, laptop, game  Description automatically generated">
            <a:extLst>
              <a:ext uri="{FF2B5EF4-FFF2-40B4-BE49-F238E27FC236}">
                <a16:creationId xmlns:a16="http://schemas.microsoft.com/office/drawing/2014/main" id="{9D41478B-8AD6-D542-8657-FAEFBD0F236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re 1">
            <a:extLst>
              <a:ext uri="{FF2B5EF4-FFF2-40B4-BE49-F238E27FC236}">
                <a16:creationId xmlns:a16="http://schemas.microsoft.com/office/drawing/2014/main" id="{D53DE90F-EE13-BE4E-8537-0BF93F44AB3B}"/>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6" name="Text Placeholder 14">
            <a:extLst>
              <a:ext uri="{FF2B5EF4-FFF2-40B4-BE49-F238E27FC236}">
                <a16:creationId xmlns:a16="http://schemas.microsoft.com/office/drawing/2014/main" id="{453A668A-512D-B24E-A0FF-F58D1ABCA061}"/>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
        <p:nvSpPr>
          <p:cNvPr id="2" name="Rectangle 1">
            <a:extLst>
              <a:ext uri="{FF2B5EF4-FFF2-40B4-BE49-F238E27FC236}">
                <a16:creationId xmlns:a16="http://schemas.microsoft.com/office/drawing/2014/main" id="{D0F4BC23-4785-1690-BCC4-506746ADE516}"/>
              </a:ext>
            </a:extLst>
          </p:cNvPr>
          <p:cNvSpPr/>
          <p:nvPr userDrawn="1"/>
        </p:nvSpPr>
        <p:spPr>
          <a:xfrm rot="16200000">
            <a:off x="0" y="832983"/>
            <a:ext cx="194443" cy="19444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4" name="Rectangle 3">
            <a:extLst>
              <a:ext uri="{FF2B5EF4-FFF2-40B4-BE49-F238E27FC236}">
                <a16:creationId xmlns:a16="http://schemas.microsoft.com/office/drawing/2014/main" id="{A121AB4C-33E0-5FB1-B4E5-64FCD3F84235}"/>
              </a:ext>
            </a:extLst>
          </p:cNvPr>
          <p:cNvSpPr/>
          <p:nvPr userDrawn="1"/>
        </p:nvSpPr>
        <p:spPr>
          <a:xfrm rot="16200000">
            <a:off x="-191139" y="447401"/>
            <a:ext cx="576720" cy="1944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Tree>
    <p:extLst>
      <p:ext uri="{BB962C8B-B14F-4D97-AF65-F5344CB8AC3E}">
        <p14:creationId xmlns:p14="http://schemas.microsoft.com/office/powerpoint/2010/main" val="1820829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01309" y="2126743"/>
            <a:ext cx="6796800" cy="3913531"/>
          </a:xfrm>
        </p:spPr>
        <p:txBody>
          <a:bodyPr>
            <a:normAutofit/>
          </a:bodyPr>
          <a:lstStyle>
            <a:lvl1pPr>
              <a:defRPr sz="2004"/>
            </a:lvl1pPr>
            <a:lvl2pPr>
              <a:defRPr sz="2004"/>
            </a:lvl2pPr>
            <a:lvl3pPr>
              <a:defRPr sz="2004"/>
            </a:lvl3pPr>
            <a:lvl4pPr>
              <a:defRPr sz="2004"/>
            </a:lvl4pPr>
            <a:lvl5pPr>
              <a:defRPr sz="2004"/>
            </a:lvl5pPr>
            <a:lvl6pPr>
              <a:defRPr sz="2400"/>
            </a:lvl6pPr>
            <a:lvl7pPr>
              <a:defRPr sz="2400"/>
            </a:lvl7pPr>
            <a:lvl8pPr>
              <a:defRPr sz="2400"/>
            </a:lvl8pPr>
            <a:lvl9pPr>
              <a:defRPr sz="24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4" name="Espace réservé du texte 3"/>
          <p:cNvSpPr>
            <a:spLocks noGrp="1"/>
          </p:cNvSpPr>
          <p:nvPr>
            <p:ph type="body" sz="half" idx="2"/>
          </p:nvPr>
        </p:nvSpPr>
        <p:spPr>
          <a:xfrm>
            <a:off x="492509" y="2126743"/>
            <a:ext cx="3984000" cy="3913531"/>
          </a:xfrm>
        </p:spPr>
        <p:txBody>
          <a:bodyPr>
            <a:normAutofit/>
          </a:bodyPr>
          <a:lstStyle>
            <a:lvl1pPr marL="0" indent="0">
              <a:buNone/>
              <a:defRPr sz="1800" b="1" cap="all" baseline="0"/>
            </a:lvl1pPr>
            <a:lvl2pPr marL="548626" indent="0">
              <a:buNone/>
              <a:defRPr sz="1440"/>
            </a:lvl2pPr>
            <a:lvl3pPr marL="1097253" indent="0">
              <a:buNone/>
              <a:defRPr sz="1200"/>
            </a:lvl3pPr>
            <a:lvl4pPr marL="1645879" indent="0">
              <a:buNone/>
              <a:defRPr sz="1080"/>
            </a:lvl4pPr>
            <a:lvl5pPr marL="2194505" indent="0">
              <a:buNone/>
              <a:defRPr sz="1080"/>
            </a:lvl5pPr>
            <a:lvl6pPr marL="2743131" indent="0">
              <a:buNone/>
              <a:defRPr sz="1080"/>
            </a:lvl6pPr>
            <a:lvl7pPr marL="3291758" indent="0">
              <a:buNone/>
              <a:defRPr sz="1080"/>
            </a:lvl7pPr>
            <a:lvl8pPr marL="3840384" indent="0">
              <a:buNone/>
              <a:defRPr sz="1080"/>
            </a:lvl8pPr>
            <a:lvl9pPr marL="4389010" indent="0">
              <a:buNone/>
              <a:defRPr sz="1080"/>
            </a:lvl9pPr>
          </a:lstStyle>
          <a:p>
            <a:pPr lvl="0"/>
            <a:r>
              <a:rPr lang="fr-FR" noProof="0"/>
              <a:t>Cliquez pour modifier les styles du texte du masque</a:t>
            </a:r>
          </a:p>
        </p:txBody>
      </p:sp>
      <p:sp>
        <p:nvSpPr>
          <p:cNvPr id="7" name="Titre 1">
            <a:extLst>
              <a:ext uri="{FF2B5EF4-FFF2-40B4-BE49-F238E27FC236}">
                <a16:creationId xmlns:a16="http://schemas.microsoft.com/office/drawing/2014/main" id="{58858A58-66D0-B848-B566-D94130F68089}"/>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8" name="Text Placeholder 14">
            <a:extLst>
              <a:ext uri="{FF2B5EF4-FFF2-40B4-BE49-F238E27FC236}">
                <a16:creationId xmlns:a16="http://schemas.microsoft.com/office/drawing/2014/main" id="{4F34D983-8FC4-6B4C-A271-28E076618E57}"/>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162905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avec sous-titr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492509" y="2791850"/>
            <a:ext cx="10905600" cy="3240717"/>
          </a:xfrm>
        </p:spPr>
        <p:txBody>
          <a:bodyPr>
            <a:normAutofit/>
          </a:bodyPr>
          <a:lstStyle>
            <a:lvl1pPr marL="0" indent="0">
              <a:buNone/>
              <a:defRPr sz="2004"/>
            </a:lvl1pPr>
            <a:lvl2pPr marL="548626" indent="0">
              <a:buNone/>
              <a:defRPr sz="3360"/>
            </a:lvl2pPr>
            <a:lvl3pPr marL="1097253" indent="0">
              <a:buNone/>
              <a:defRPr sz="2880"/>
            </a:lvl3pPr>
            <a:lvl4pPr marL="1645879" indent="0">
              <a:buNone/>
              <a:defRPr sz="2400"/>
            </a:lvl4pPr>
            <a:lvl5pPr marL="2194505" indent="0">
              <a:buNone/>
              <a:defRPr sz="2400"/>
            </a:lvl5pPr>
            <a:lvl6pPr marL="2743131" indent="0">
              <a:buNone/>
              <a:defRPr sz="2400"/>
            </a:lvl6pPr>
            <a:lvl7pPr marL="3291758" indent="0">
              <a:buNone/>
              <a:defRPr sz="2400"/>
            </a:lvl7pPr>
            <a:lvl8pPr marL="3840384" indent="0">
              <a:buNone/>
              <a:defRPr sz="2400"/>
            </a:lvl8pPr>
            <a:lvl9pPr marL="4389010" indent="0">
              <a:buNone/>
              <a:defRPr sz="2400"/>
            </a:lvl9pPr>
          </a:lstStyle>
          <a:p>
            <a:r>
              <a:rPr lang="fr-FR" noProof="0"/>
              <a:t>Cliquez sur l'icône pour ajouter une image</a:t>
            </a:r>
            <a:endParaRPr lang="fr-CA" noProof="0"/>
          </a:p>
        </p:txBody>
      </p:sp>
      <p:sp>
        <p:nvSpPr>
          <p:cNvPr id="4" name="Espace réservé du texte 3"/>
          <p:cNvSpPr>
            <a:spLocks noGrp="1"/>
          </p:cNvSpPr>
          <p:nvPr>
            <p:ph type="body" sz="half" idx="2"/>
          </p:nvPr>
        </p:nvSpPr>
        <p:spPr>
          <a:xfrm>
            <a:off x="492509" y="2135209"/>
            <a:ext cx="10905600" cy="626400"/>
          </a:xfrm>
        </p:spPr>
        <p:txBody>
          <a:bodyPr>
            <a:normAutofit/>
          </a:bodyPr>
          <a:lstStyle>
            <a:lvl1pPr marL="0" indent="0">
              <a:buNone/>
              <a:defRPr sz="1800" b="1" cap="all" baseline="0"/>
            </a:lvl1pPr>
            <a:lvl2pPr marL="548626" indent="0">
              <a:buNone/>
              <a:defRPr sz="1440"/>
            </a:lvl2pPr>
            <a:lvl3pPr marL="1097253" indent="0">
              <a:buNone/>
              <a:defRPr sz="1200"/>
            </a:lvl3pPr>
            <a:lvl4pPr marL="1645879" indent="0">
              <a:buNone/>
              <a:defRPr sz="1080"/>
            </a:lvl4pPr>
            <a:lvl5pPr marL="2194505" indent="0">
              <a:buNone/>
              <a:defRPr sz="1080"/>
            </a:lvl5pPr>
            <a:lvl6pPr marL="2743131" indent="0">
              <a:buNone/>
              <a:defRPr sz="1080"/>
            </a:lvl6pPr>
            <a:lvl7pPr marL="3291758" indent="0">
              <a:buNone/>
              <a:defRPr sz="1080"/>
            </a:lvl7pPr>
            <a:lvl8pPr marL="3840384" indent="0">
              <a:buNone/>
              <a:defRPr sz="1080"/>
            </a:lvl8pPr>
            <a:lvl9pPr marL="4389010" indent="0">
              <a:buNone/>
              <a:defRPr sz="1080"/>
            </a:lvl9pPr>
          </a:lstStyle>
          <a:p>
            <a:pPr lvl="0"/>
            <a:r>
              <a:rPr lang="fr-FR" noProof="0"/>
              <a:t>Cliquez pour modifier les styles du texte du masque</a:t>
            </a:r>
          </a:p>
        </p:txBody>
      </p:sp>
      <p:sp>
        <p:nvSpPr>
          <p:cNvPr id="6" name="Titre 1">
            <a:extLst>
              <a:ext uri="{FF2B5EF4-FFF2-40B4-BE49-F238E27FC236}">
                <a16:creationId xmlns:a16="http://schemas.microsoft.com/office/drawing/2014/main" id="{31F822D9-3DEC-3047-80E7-91FEF03ADEEA}"/>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7" name="Text Placeholder 14">
            <a:extLst>
              <a:ext uri="{FF2B5EF4-FFF2-40B4-BE49-F238E27FC236}">
                <a16:creationId xmlns:a16="http://schemas.microsoft.com/office/drawing/2014/main" id="{012413CD-0402-DF4B-B461-41211EB387C5}"/>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1171648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sp>
        <p:nvSpPr>
          <p:cNvPr id="7" name="Espace réservé du contenu 2">
            <a:extLst>
              <a:ext uri="{FF2B5EF4-FFF2-40B4-BE49-F238E27FC236}">
                <a16:creationId xmlns:a16="http://schemas.microsoft.com/office/drawing/2014/main" id="{A4852420-8753-0547-A124-EA1822DD273F}"/>
              </a:ext>
            </a:extLst>
          </p:cNvPr>
          <p:cNvSpPr>
            <a:spLocks noGrp="1"/>
          </p:cNvSpPr>
          <p:nvPr>
            <p:ph idx="1"/>
          </p:nvPr>
        </p:nvSpPr>
        <p:spPr>
          <a:xfrm>
            <a:off x="492509" y="2126743"/>
            <a:ext cx="10915200" cy="3825587"/>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8" name="Titre 1">
            <a:extLst>
              <a:ext uri="{FF2B5EF4-FFF2-40B4-BE49-F238E27FC236}">
                <a16:creationId xmlns:a16="http://schemas.microsoft.com/office/drawing/2014/main" id="{1A0E864F-8F4A-CC42-8321-8A205C5B033B}"/>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9" name="Text Placeholder 14">
            <a:extLst>
              <a:ext uri="{FF2B5EF4-FFF2-40B4-BE49-F238E27FC236}">
                <a16:creationId xmlns:a16="http://schemas.microsoft.com/office/drawing/2014/main" id="{0D22B6CC-C7ED-5745-BD28-3822207DE776}"/>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608542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1AD97A31-589D-5648-AA82-BCBA4A39247D}"/>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8" name="Text Placeholder 14">
            <a:extLst>
              <a:ext uri="{FF2B5EF4-FFF2-40B4-BE49-F238E27FC236}">
                <a16:creationId xmlns:a16="http://schemas.microsoft.com/office/drawing/2014/main" id="{2CC07A2E-488D-9643-9E9E-69C3CB294B7B}"/>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2905715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Vide">
    <p:bg>
      <p:bgRef idx="1001">
        <a:schemeClr val="bg1"/>
      </p:bgRef>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BB2C9CB-2066-4279-A68C-D7E978D806BE}"/>
              </a:ext>
            </a:extLst>
          </p:cNvPr>
          <p:cNvSpPr>
            <a:spLocks noGrp="1"/>
          </p:cNvSpPr>
          <p:nvPr>
            <p:ph type="dt" sz="half" idx="10"/>
          </p:nvPr>
        </p:nvSpPr>
        <p:spPr/>
        <p:txBody>
          <a:bodyPr/>
          <a:lstStyle/>
          <a:p>
            <a:fld id="{A41D5BF6-20CC-48B5-A010-8238257C1994}" type="datetime1">
              <a:rPr lang="fr-CA" smtClean="0"/>
              <a:t>2026-09-22</a:t>
            </a:fld>
            <a:endParaRPr lang="fr-CA"/>
          </a:p>
        </p:txBody>
      </p:sp>
      <p:sp>
        <p:nvSpPr>
          <p:cNvPr id="3" name="Espace réservé du pied de page 2">
            <a:extLst>
              <a:ext uri="{FF2B5EF4-FFF2-40B4-BE49-F238E27FC236}">
                <a16:creationId xmlns:a16="http://schemas.microsoft.com/office/drawing/2014/main" id="{801F4E27-6958-4070-AA66-9A182D79884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4D2A506C-C42C-491E-9BF5-093EF3AC5B6D}"/>
              </a:ext>
            </a:extLst>
          </p:cNvPr>
          <p:cNvSpPr>
            <a:spLocks noGrp="1"/>
          </p:cNvSpPr>
          <p:nvPr>
            <p:ph type="sldNum" sz="quarter" idx="12"/>
          </p:nvPr>
        </p:nvSpPr>
        <p:spPr/>
        <p:txBody>
          <a:bodyPr/>
          <a:lstStyle/>
          <a:p>
            <a:fld id="{4162AF1F-2696-4F34-A7F3-E326E3C5B51E}" type="slidenum">
              <a:rPr lang="fr-CA" smtClean="0"/>
              <a:t>‹N°›</a:t>
            </a:fld>
            <a:endParaRPr lang="fr-CA"/>
          </a:p>
        </p:txBody>
      </p:sp>
    </p:spTree>
    <p:extLst>
      <p:ext uri="{BB962C8B-B14F-4D97-AF65-F5344CB8AC3E}">
        <p14:creationId xmlns:p14="http://schemas.microsoft.com/office/powerpoint/2010/main" val="562436390"/>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Vide">
    <p:bg>
      <p:bgPr>
        <a:solidFill>
          <a:schemeClr val="accent1"/>
        </a:solidFill>
        <a:effectLst/>
      </p:bgPr>
    </p:bg>
    <p:spTree>
      <p:nvGrpSpPr>
        <p:cNvPr id="1" name=""/>
        <p:cNvGrpSpPr/>
        <p:nvPr/>
      </p:nvGrpSpPr>
      <p:grpSpPr>
        <a:xfrm>
          <a:off x="0" y="0"/>
          <a:ext cx="0" cy="0"/>
          <a:chOff x="0" y="0"/>
          <a:chExt cx="0" cy="0"/>
        </a:xfrm>
      </p:grpSpPr>
      <p:sp>
        <p:nvSpPr>
          <p:cNvPr id="2" name="Titre 4">
            <a:extLst>
              <a:ext uri="{FF2B5EF4-FFF2-40B4-BE49-F238E27FC236}">
                <a16:creationId xmlns:a16="http://schemas.microsoft.com/office/drawing/2014/main" id="{403AB3D5-F5DC-47E4-4BF1-4EC11BE2141C}"/>
              </a:ext>
            </a:extLst>
          </p:cNvPr>
          <p:cNvSpPr>
            <a:spLocks noGrp="1"/>
          </p:cNvSpPr>
          <p:nvPr>
            <p:ph type="title"/>
          </p:nvPr>
        </p:nvSpPr>
        <p:spPr>
          <a:xfrm>
            <a:off x="1043356" y="2145322"/>
            <a:ext cx="10341272" cy="1840524"/>
          </a:xfrm>
        </p:spPr>
        <p:txBody>
          <a:bodyPr anchor="t"/>
          <a:lstStyle>
            <a:lvl1pPr>
              <a:lnSpc>
                <a:spcPct val="150000"/>
              </a:lnSpc>
              <a:defRPr kumimoji="0" lang="fr-CA" sz="3600" b="0" i="0" u="none" strike="noStrike" kern="1200" cap="none" spc="0" normalizeH="0" baseline="0">
                <a:ln>
                  <a:noFill/>
                </a:ln>
                <a:solidFill>
                  <a:schemeClr val="tx2"/>
                </a:solidFill>
                <a:effectLst/>
                <a:uLnTx/>
                <a:uFillTx/>
                <a:latin typeface="Visby Slab CF Bold" panose="00000800000000000000" pitchFamily="50" charset="0"/>
                <a:ea typeface="+mn-ea"/>
                <a:cs typeface="+mn-cs"/>
              </a:defRPr>
            </a:lvl1p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lang="fr-FR"/>
              <a:t>Modifiez le style du titre</a:t>
            </a:r>
            <a:endParaRPr lang="fr-CA"/>
          </a:p>
        </p:txBody>
      </p:sp>
      <p:sp>
        <p:nvSpPr>
          <p:cNvPr id="3" name="Espace réservé du texte 7">
            <a:extLst>
              <a:ext uri="{FF2B5EF4-FFF2-40B4-BE49-F238E27FC236}">
                <a16:creationId xmlns:a16="http://schemas.microsoft.com/office/drawing/2014/main" id="{5C96D1E0-1C5E-DB73-EFF9-0522B762B4F8}"/>
              </a:ext>
            </a:extLst>
          </p:cNvPr>
          <p:cNvSpPr>
            <a:spLocks noGrp="1"/>
          </p:cNvSpPr>
          <p:nvPr>
            <p:ph type="body" sz="quarter" idx="10"/>
          </p:nvPr>
        </p:nvSpPr>
        <p:spPr>
          <a:xfrm>
            <a:off x="1043354" y="1458156"/>
            <a:ext cx="10341272" cy="687165"/>
          </a:xfrm>
        </p:spPr>
        <p:txBody>
          <a:bodyPr anchor="ctr">
            <a:noAutofit/>
          </a:bodyPr>
          <a:lstStyle>
            <a:lvl1pPr marL="0" indent="0">
              <a:buNone/>
              <a:defRPr sz="3200" b="1">
                <a:solidFill>
                  <a:schemeClr val="tx2"/>
                </a:solidFill>
                <a:latin typeface="Visby CF Bold" pitchFamily="50" charset="0"/>
              </a:defRPr>
            </a:lvl1pPr>
          </a:lstStyle>
          <a:p>
            <a:pPr lvl="0"/>
            <a:r>
              <a:rPr lang="fr-FR"/>
              <a:t>Cliquez pour modifier les styles du texte du masque</a:t>
            </a:r>
          </a:p>
        </p:txBody>
      </p:sp>
      <p:sp>
        <p:nvSpPr>
          <p:cNvPr id="4" name="Rectangle 3">
            <a:extLst>
              <a:ext uri="{FF2B5EF4-FFF2-40B4-BE49-F238E27FC236}">
                <a16:creationId xmlns:a16="http://schemas.microsoft.com/office/drawing/2014/main" id="{DE9A42D3-B057-6D09-1150-BFAA49CE1C82}"/>
              </a:ext>
            </a:extLst>
          </p:cNvPr>
          <p:cNvSpPr/>
          <p:nvPr userDrawn="1">
            <p:custDataLst>
              <p:tags r:id="rId1"/>
            </p:custDataLst>
          </p:nvPr>
        </p:nvSpPr>
        <p:spPr>
          <a:xfrm>
            <a:off x="2519464" y="5126475"/>
            <a:ext cx="9672536" cy="48638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7E2F5C14-D929-AA9A-3E18-F2B1EFC75BBB}"/>
              </a:ext>
            </a:extLst>
          </p:cNvPr>
          <p:cNvSpPr/>
          <p:nvPr userDrawn="1">
            <p:custDataLst>
              <p:tags r:id="rId2"/>
            </p:custDataLst>
          </p:nvPr>
        </p:nvSpPr>
        <p:spPr>
          <a:xfrm>
            <a:off x="2519464" y="5126475"/>
            <a:ext cx="486000" cy="48638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ZoneTexte 5">
            <a:extLst>
              <a:ext uri="{FF2B5EF4-FFF2-40B4-BE49-F238E27FC236}">
                <a16:creationId xmlns:a16="http://schemas.microsoft.com/office/drawing/2014/main" id="{FD2FBCF9-566F-A11A-351D-54C6370276CE}"/>
              </a:ext>
            </a:extLst>
          </p:cNvPr>
          <p:cNvSpPr txBox="1"/>
          <p:nvPr userDrawn="1">
            <p:custDataLst>
              <p:tags r:id="rId3"/>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accent1">
                    <a:lumMod val="60000"/>
                    <a:lumOff val="40000"/>
                  </a:schemeClr>
                </a:solidFill>
                <a:effectLst/>
                <a:uLnTx/>
                <a:uFillTx/>
                <a:latin typeface="Visby CF Bold" pitchFamily="50" charset="0"/>
                <a:ea typeface="+mn-ea"/>
                <a:cs typeface="+mn-cs"/>
              </a:rPr>
              <a:t>Mobiliser les technologies numériques</a:t>
            </a:r>
          </a:p>
        </p:txBody>
      </p:sp>
    </p:spTree>
    <p:extLst>
      <p:ext uri="{BB962C8B-B14F-4D97-AF65-F5344CB8AC3E}">
        <p14:creationId xmlns:p14="http://schemas.microsoft.com/office/powerpoint/2010/main" val="2973140022"/>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12" name="Espace réservé du texte 11">
            <a:extLst>
              <a:ext uri="{FF2B5EF4-FFF2-40B4-BE49-F238E27FC236}">
                <a16:creationId xmlns:a16="http://schemas.microsoft.com/office/drawing/2014/main" id="{91C498F2-D8D2-F2A1-0CAC-1655FFF2454A}"/>
              </a:ext>
            </a:extLst>
          </p:cNvPr>
          <p:cNvSpPr>
            <a:spLocks noGrp="1"/>
          </p:cNvSpPr>
          <p:nvPr>
            <p:ph type="body" sz="quarter" idx="10"/>
          </p:nvPr>
        </p:nvSpPr>
        <p:spPr>
          <a:xfrm>
            <a:off x="1735138" y="1524000"/>
            <a:ext cx="9155112" cy="4994275"/>
          </a:xfrm>
        </p:spPr>
        <p:txBody>
          <a:bodyPr>
            <a:normAutofit/>
          </a:bodyPr>
          <a:lstStyle>
            <a:lvl1pPr marL="114300" indent="-228600" algn="l" defTabSz="914400" rtl="0" eaLnBrk="1" latinLnBrk="0" hangingPunct="1">
              <a:lnSpc>
                <a:spcPts val="4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1pPr>
            <a:lvl2pPr marL="658606" indent="-228600" algn="l" defTabSz="914400" rtl="0" eaLnBrk="1" latinLnBrk="0" hangingPunct="1">
              <a:lnSpc>
                <a:spcPts val="4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2pPr>
            <a:lvl3pPr marL="1017157" indent="-228600" algn="l" defTabSz="914400" rtl="0" eaLnBrk="1" latinLnBrk="0" hangingPunct="1">
              <a:lnSpc>
                <a:spcPts val="4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3pPr>
            <a:lvl4pPr marL="1371389" indent="-228600" algn="l" defTabSz="914400" rtl="0" eaLnBrk="1" latinLnBrk="0" hangingPunct="1">
              <a:lnSpc>
                <a:spcPts val="4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4pPr>
            <a:lvl5pPr marL="1729940" indent="-228600" algn="l" defTabSz="914400" rtl="0" eaLnBrk="1" latinLnBrk="0" hangingPunct="1">
              <a:lnSpc>
                <a:spcPts val="4000"/>
              </a:lnSpc>
              <a:spcBef>
                <a:spcPts val="1200"/>
              </a:spcBef>
              <a:buClr>
                <a:srgbClr val="888B8D"/>
              </a:buClr>
              <a:buFont typeface="Wingdings" panose="05000000000000000000" pitchFamily="2" charset="2"/>
              <a:buChar char="§"/>
              <a:defRPr lang="fr-CA" sz="2400" kern="1200">
                <a:solidFill>
                  <a:schemeClr val="bg2">
                    <a:lumMod val="25000"/>
                  </a:schemeClr>
                </a:solidFill>
                <a:latin typeface="Visby CF Medium" pitchFamily="50" charset="0"/>
                <a:ea typeface="+mn-ea"/>
                <a:cs typeface="Cordia New" panose="020B0304020202020204" pitchFamily="34" charset="-34"/>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2" name="ZoneTexte 1">
            <a:extLst>
              <a:ext uri="{FF2B5EF4-FFF2-40B4-BE49-F238E27FC236}">
                <a16:creationId xmlns:a16="http://schemas.microsoft.com/office/drawing/2014/main" id="{BA270A00-F254-AE13-BEDE-E909F0C0ECDC}"/>
              </a:ext>
            </a:extLst>
          </p:cNvPr>
          <p:cNvSpPr txBox="1"/>
          <p:nvPr userDrawn="1">
            <p:custDataLst>
              <p:tags r:id="rId1"/>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bg1">
                    <a:lumMod val="95000"/>
                  </a:schemeClr>
                </a:solidFill>
                <a:effectLst/>
                <a:uLnTx/>
                <a:uFillTx/>
                <a:latin typeface="Visby CF Bold" pitchFamily="50" charset="0"/>
                <a:ea typeface="+mn-ea"/>
                <a:cs typeface="+mn-cs"/>
              </a:rPr>
              <a:t>Mobiliser les technologies numériques</a:t>
            </a:r>
          </a:p>
        </p:txBody>
      </p:sp>
      <p:sp>
        <p:nvSpPr>
          <p:cNvPr id="3" name="Rectangle 2">
            <a:extLst>
              <a:ext uri="{FF2B5EF4-FFF2-40B4-BE49-F238E27FC236}">
                <a16:creationId xmlns:a16="http://schemas.microsoft.com/office/drawing/2014/main" id="{0731CD24-C12F-731C-7F6F-BB3218CFB324}"/>
              </a:ext>
            </a:extLst>
          </p:cNvPr>
          <p:cNvSpPr/>
          <p:nvPr userDrawn="1">
            <p:custDataLst>
              <p:tags r:id="rId2"/>
            </p:custDataLst>
          </p:nvPr>
        </p:nvSpPr>
        <p:spPr>
          <a:xfrm rot="5400000">
            <a:off x="10408212" y="5479915"/>
            <a:ext cx="2269787" cy="4863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6E93C20F-61A3-A6C8-0181-89A4026E81E7}"/>
              </a:ext>
            </a:extLst>
          </p:cNvPr>
          <p:cNvSpPr/>
          <p:nvPr userDrawn="1">
            <p:custDataLst>
              <p:tags r:id="rId3"/>
            </p:custDataLst>
          </p:nvPr>
        </p:nvSpPr>
        <p:spPr>
          <a:xfrm>
            <a:off x="11300297" y="4588213"/>
            <a:ext cx="486000" cy="48638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chemeClr val="tx2">
                    <a:lumMod val="90000"/>
                    <a:lumOff val="10000"/>
                  </a:schemeClr>
                </a:solidFill>
                <a:effectLst/>
                <a:uLnTx/>
                <a:uFillTx/>
                <a:latin typeface="Visby Slab CF Bold" panose="00000800000000000000" pitchFamily="50" charset="0"/>
              </a:rPr>
              <a:t>5</a:t>
            </a:r>
          </a:p>
        </p:txBody>
      </p:sp>
      <p:sp>
        <p:nvSpPr>
          <p:cNvPr id="4" name="ZoneTexte 3">
            <a:extLst>
              <a:ext uri="{FF2B5EF4-FFF2-40B4-BE49-F238E27FC236}">
                <a16:creationId xmlns:a16="http://schemas.microsoft.com/office/drawing/2014/main" id="{49D17CEF-D661-4234-875A-B99B68EECABD}"/>
              </a:ext>
            </a:extLst>
          </p:cNvPr>
          <p:cNvSpPr txBox="1"/>
          <p:nvPr userDrawn="1">
            <p:custDataLst>
              <p:tags r:id="rId4"/>
            </p:custDataLst>
          </p:nvPr>
        </p:nvSpPr>
        <p:spPr>
          <a:xfrm rot="20159134">
            <a:off x="-440987" y="131322"/>
            <a:ext cx="3330103" cy="914400"/>
          </a:xfrm>
          <a:prstGeom prst="rect">
            <a:avLst/>
          </a:prstGeom>
        </p:spPr>
        <p:txBody>
          <a:bodyPr vert="horz" wrap="none" lIns="91440" tIns="45720" rIns="91440" bIns="45720" rtlCol="0">
            <a:noAutofit/>
          </a:bodyPr>
          <a:lstStyle/>
          <a:p>
            <a:pPr>
              <a:buClr>
                <a:schemeClr val="accent2"/>
              </a:buClr>
              <a:buSzPct val="125000"/>
            </a:pPr>
            <a:r>
              <a:rPr lang="fr-CA" sz="9600">
                <a:solidFill>
                  <a:schemeClr val="accent1">
                    <a:lumMod val="40000"/>
                    <a:lumOff val="60000"/>
                  </a:schemeClr>
                </a:solidFill>
                <a:latin typeface="Script MT Bold" panose="03040602040607080904" pitchFamily="66" charset="0"/>
                <a:cs typeface="Dreaming Outloud Script Pro" panose="03050502040304050704" pitchFamily="66" charset="0"/>
              </a:rPr>
              <a:t>objectifs</a:t>
            </a:r>
          </a:p>
        </p:txBody>
      </p:sp>
    </p:spTree>
    <p:extLst>
      <p:ext uri="{BB962C8B-B14F-4D97-AF65-F5344CB8AC3E}">
        <p14:creationId xmlns:p14="http://schemas.microsoft.com/office/powerpoint/2010/main" val="414564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Page vide">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62443F0-DC2E-3B56-D5E8-926C32A777AE}"/>
              </a:ext>
            </a:extLst>
          </p:cNvPr>
          <p:cNvSpPr txBox="1"/>
          <p:nvPr userDrawn="1">
            <p:custDataLst>
              <p:tags r:id="rId1"/>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bg1">
                    <a:lumMod val="95000"/>
                  </a:schemeClr>
                </a:solidFill>
                <a:effectLst/>
                <a:uLnTx/>
                <a:uFillTx/>
                <a:latin typeface="Visby CF Bold" pitchFamily="50" charset="0"/>
                <a:ea typeface="+mn-ea"/>
                <a:cs typeface="+mn-cs"/>
              </a:rPr>
              <a:t>Mobiliser les technologies numériques</a:t>
            </a:r>
          </a:p>
        </p:txBody>
      </p:sp>
      <p:sp>
        <p:nvSpPr>
          <p:cNvPr id="3" name="Rectangle 2">
            <a:extLst>
              <a:ext uri="{FF2B5EF4-FFF2-40B4-BE49-F238E27FC236}">
                <a16:creationId xmlns:a16="http://schemas.microsoft.com/office/drawing/2014/main" id="{6BF38810-CD83-4A71-7D30-7FAC17F97E61}"/>
              </a:ext>
            </a:extLst>
          </p:cNvPr>
          <p:cNvSpPr/>
          <p:nvPr userDrawn="1">
            <p:custDataLst>
              <p:tags r:id="rId2"/>
            </p:custDataLst>
          </p:nvPr>
        </p:nvSpPr>
        <p:spPr>
          <a:xfrm>
            <a:off x="0" y="4634891"/>
            <a:ext cx="8760541" cy="72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7E4DDCA0-01DD-E3DC-723A-8EE932071EE2}"/>
              </a:ext>
            </a:extLst>
          </p:cNvPr>
          <p:cNvSpPr/>
          <p:nvPr userDrawn="1">
            <p:custDataLst>
              <p:tags r:id="rId3"/>
            </p:custDataLst>
          </p:nvPr>
        </p:nvSpPr>
        <p:spPr>
          <a:xfrm>
            <a:off x="8760541" y="4634891"/>
            <a:ext cx="720000" cy="720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Titre 4">
            <a:extLst>
              <a:ext uri="{FF2B5EF4-FFF2-40B4-BE49-F238E27FC236}">
                <a16:creationId xmlns:a16="http://schemas.microsoft.com/office/drawing/2014/main" id="{CFC22666-9781-1D5E-6E14-F7A7F692FE82}"/>
              </a:ext>
            </a:extLst>
          </p:cNvPr>
          <p:cNvSpPr>
            <a:spLocks noGrp="1"/>
          </p:cNvSpPr>
          <p:nvPr>
            <p:ph type="title"/>
          </p:nvPr>
        </p:nvSpPr>
        <p:spPr>
          <a:xfrm>
            <a:off x="469428" y="984738"/>
            <a:ext cx="10915200" cy="1971634"/>
          </a:xfrm>
        </p:spPr>
        <p:txBody>
          <a:bodyPr/>
          <a:lstStyle>
            <a:lvl1pPr>
              <a:defRPr kumimoji="0" lang="fr-CA" sz="7200" b="0" i="0" u="none" strike="noStrike" kern="1200" cap="none" spc="0" normalizeH="0" baseline="0">
                <a:ln>
                  <a:noFill/>
                </a:ln>
                <a:solidFill>
                  <a:schemeClr val="accent2"/>
                </a:solidFill>
                <a:effectLst/>
                <a:uLnTx/>
                <a:uFillTx/>
                <a:latin typeface="Visby Slab CF Bold" panose="00000800000000000000" pitchFamily="50" charset="0"/>
                <a:ea typeface="+mn-ea"/>
                <a:cs typeface="+mn-cs"/>
              </a:defRPr>
            </a:lvl1p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lang="fr-FR"/>
              <a:t>Modifiez le style du titre</a:t>
            </a:r>
            <a:endParaRPr lang="fr-CA"/>
          </a:p>
        </p:txBody>
      </p:sp>
    </p:spTree>
    <p:extLst>
      <p:ext uri="{BB962C8B-B14F-4D97-AF65-F5344CB8AC3E}">
        <p14:creationId xmlns:p14="http://schemas.microsoft.com/office/powerpoint/2010/main" val="3101398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203864"/>
                </a:solidFill>
                <a:latin typeface="Visby Slab CF Heavy" panose="00000A00000000000000" pitchFamily="50" charset="0"/>
              </a:defRPr>
            </a:lvl1pPr>
          </a:lstStyle>
          <a:p>
            <a:r>
              <a:rPr lang="fr-FR"/>
              <a:t>Modifiez le style du titre</a:t>
            </a:r>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2026-09-22</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sp>
        <p:nvSpPr>
          <p:cNvPr id="11" name="Rectangle 10">
            <a:extLst>
              <a:ext uri="{FF2B5EF4-FFF2-40B4-BE49-F238E27FC236}">
                <a16:creationId xmlns:a16="http://schemas.microsoft.com/office/drawing/2014/main" id="{5298DF1A-E6D3-486E-8E29-D212F66F4115}"/>
              </a:ext>
            </a:extLst>
          </p:cNvPr>
          <p:cNvSpPr/>
          <p:nvPr userDrawn="1"/>
        </p:nvSpPr>
        <p:spPr>
          <a:xfrm>
            <a:off x="5677786" y="5349875"/>
            <a:ext cx="6514214" cy="1508125"/>
          </a:xfrm>
          <a:prstGeom prst="rect">
            <a:avLst/>
          </a:prstGeom>
          <a:solidFill>
            <a:srgbClr val="888B8D"/>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2050" name="Picture 2" descr="HEC Montréal | Ashoka U">
            <a:extLst>
              <a:ext uri="{FF2B5EF4-FFF2-40B4-BE49-F238E27FC236}">
                <a16:creationId xmlns:a16="http://schemas.microsoft.com/office/drawing/2014/main" id="{8F2C9BC7-3173-4890-BB81-F0353DD5EF4A}"/>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4360" t="13983" r="14477" b="14854"/>
          <a:stretch/>
        </p:blipFill>
        <p:spPr bwMode="auto">
          <a:xfrm>
            <a:off x="8732662" y="3878526"/>
            <a:ext cx="2986820" cy="298682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62C8A807-E98A-4582-B2A6-42B51C0E2655}"/>
              </a:ext>
            </a:extLst>
          </p:cNvPr>
          <p:cNvSpPr/>
          <p:nvPr userDrawn="1"/>
        </p:nvSpPr>
        <p:spPr>
          <a:xfrm>
            <a:off x="0" y="0"/>
            <a:ext cx="472518" cy="298682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EDEF1BA-B4FB-ACFD-6A79-0E1CE0C8860E}"/>
              </a:ext>
            </a:extLst>
          </p:cNvPr>
          <p:cNvSpPr/>
          <p:nvPr userDrawn="1"/>
        </p:nvSpPr>
        <p:spPr>
          <a:xfrm>
            <a:off x="0" y="2725615"/>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3666273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203864"/>
                </a:solidFill>
                <a:latin typeface="Visby Slab CF Bold" panose="00000800000000000000" pitchFamily="50" charset="0"/>
              </a:defRPr>
            </a:lvl1pPr>
          </a:lstStyle>
          <a:p>
            <a:r>
              <a:rPr lang="fr-FR"/>
              <a:t>Modifiez le style du titre</a:t>
            </a:r>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2026-09-22</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2433739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2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203864"/>
                </a:solidFill>
                <a:latin typeface="Visby Slab CF Bold" panose="00000800000000000000" pitchFamily="50" charset="0"/>
              </a:defRPr>
            </a:lvl1pPr>
          </a:lstStyle>
          <a:p>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2026-09-22</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pic>
        <p:nvPicPr>
          <p:cNvPr id="2050" name="Picture 2" descr="HEC Montréal | Ashoka U">
            <a:extLst>
              <a:ext uri="{FF2B5EF4-FFF2-40B4-BE49-F238E27FC236}">
                <a16:creationId xmlns:a16="http://schemas.microsoft.com/office/drawing/2014/main" id="{8F2C9BC7-3173-4890-BB81-F0353DD5EF4A}"/>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14360" t="13983" r="14477" b="14854"/>
          <a:stretch/>
        </p:blipFill>
        <p:spPr bwMode="auto">
          <a:xfrm>
            <a:off x="8732662" y="3878526"/>
            <a:ext cx="2986820" cy="298682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62C8A807-E98A-4582-B2A6-42B51C0E2655}"/>
              </a:ext>
            </a:extLst>
          </p:cNvPr>
          <p:cNvSpPr/>
          <p:nvPr userDrawn="1"/>
        </p:nvSpPr>
        <p:spPr>
          <a:xfrm>
            <a:off x="0" y="0"/>
            <a:ext cx="472518" cy="298682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EDEF1BA-B4FB-ACFD-6A79-0E1CE0C8860E}"/>
              </a:ext>
            </a:extLst>
          </p:cNvPr>
          <p:cNvSpPr/>
          <p:nvPr userDrawn="1"/>
        </p:nvSpPr>
        <p:spPr>
          <a:xfrm>
            <a:off x="0" y="2725615"/>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4931737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3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chemeClr val="accent4"/>
                </a:solidFill>
                <a:latin typeface="Visby Slab CF Bold" panose="00000800000000000000" pitchFamily="50" charset="0"/>
              </a:defRPr>
            </a:lvl1pPr>
          </a:lstStyle>
          <a:p>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2026-09-22</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pic>
        <p:nvPicPr>
          <p:cNvPr id="2050" name="Picture 2" descr="HEC Montréal | Ashoka U">
            <a:extLst>
              <a:ext uri="{FF2B5EF4-FFF2-40B4-BE49-F238E27FC236}">
                <a16:creationId xmlns:a16="http://schemas.microsoft.com/office/drawing/2014/main" id="{8F2C9BC7-3173-4890-BB81-F0353DD5EF4A}"/>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14360" t="13983" r="14477" b="14854"/>
          <a:stretch/>
        </p:blipFill>
        <p:spPr bwMode="auto">
          <a:xfrm>
            <a:off x="8732662" y="3878526"/>
            <a:ext cx="2986820" cy="298682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62C8A807-E98A-4582-B2A6-42B51C0E2655}"/>
              </a:ext>
            </a:extLst>
          </p:cNvPr>
          <p:cNvSpPr/>
          <p:nvPr userDrawn="1"/>
        </p:nvSpPr>
        <p:spPr>
          <a:xfrm>
            <a:off x="0" y="0"/>
            <a:ext cx="472518" cy="298682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EDEF1BA-B4FB-ACFD-6A79-0E1CE0C8860E}"/>
              </a:ext>
            </a:extLst>
          </p:cNvPr>
          <p:cNvSpPr/>
          <p:nvPr userDrawn="1"/>
        </p:nvSpPr>
        <p:spPr>
          <a:xfrm>
            <a:off x="0" y="2725615"/>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412387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2026-09-22</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6"/>
                </a:solidFill>
                <a:latin typeface="Visby Slab CF Bold" panose="00000800000000000000" pitchFamily="50" charset="0"/>
              </a:rPr>
              <a:pPr algn="ctr"/>
              <a:t>‹N°›</a:t>
            </a:fld>
            <a:endParaRPr lang="fr-CA" sz="1400">
              <a:solidFill>
                <a:schemeClr val="accent6"/>
              </a:solidFill>
              <a:latin typeface="Visby Slab CF Bold" panose="00000800000000000000" pitchFamily="50" charset="0"/>
            </a:endParaRPr>
          </a:p>
        </p:txBody>
      </p:sp>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5450196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5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2026-09-22</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4"/>
                </a:solidFill>
                <a:latin typeface="Visby Slab CF Bold" panose="00000800000000000000" pitchFamily="50" charset="0"/>
              </a:rPr>
              <a:pPr algn="ctr"/>
              <a:t>‹N°›</a:t>
            </a:fld>
            <a:endParaRPr lang="fr-CA" sz="1400">
              <a:solidFill>
                <a:schemeClr val="accent4"/>
              </a:solidFill>
              <a:latin typeface="Visby Slab CF Bold" panose="00000800000000000000" pitchFamily="50" charset="0"/>
            </a:endParaRPr>
          </a:p>
        </p:txBody>
      </p:sp>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3619364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5_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Tree>
    <p:extLst>
      <p:ext uri="{BB962C8B-B14F-4D97-AF65-F5344CB8AC3E}">
        <p14:creationId xmlns:p14="http://schemas.microsoft.com/office/powerpoint/2010/main" val="26354845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4"/>
          </a:solidFill>
          <a:ln>
            <a:solidFill>
              <a:schemeClr val="accent4"/>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625055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6"/>
          </a:solidFill>
          <a:ln>
            <a:solidFill>
              <a:schemeClr val="accent6"/>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9615824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3"/>
          </a:solidFill>
          <a:ln>
            <a:solidFill>
              <a:schemeClr val="accent3"/>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42510023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2"/>
          </a:solidFill>
          <a:ln>
            <a:solidFill>
              <a:schemeClr val="accent2"/>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2959578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3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5"/>
          </a:solidFill>
          <a:ln>
            <a:solidFill>
              <a:schemeClr val="accent5"/>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4207201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Titre et contenu">
    <p:spTree>
      <p:nvGrpSpPr>
        <p:cNvPr id="1" name=""/>
        <p:cNvGrpSpPr/>
        <p:nvPr/>
      </p:nvGrpSpPr>
      <p:grpSpPr>
        <a:xfrm>
          <a:off x="0" y="0"/>
          <a:ext cx="0" cy="0"/>
          <a:chOff x="0" y="0"/>
          <a:chExt cx="0" cy="0"/>
        </a:xfrm>
      </p:grpSpPr>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5" name="Rectangle 4">
            <a:extLst>
              <a:ext uri="{FF2B5EF4-FFF2-40B4-BE49-F238E27FC236}">
                <a16:creationId xmlns:a16="http://schemas.microsoft.com/office/drawing/2014/main" id="{91598EAB-A240-EB77-7D97-E2AAED96ECA1}"/>
              </a:ext>
            </a:extLst>
          </p:cNvPr>
          <p:cNvSpPr/>
          <p:nvPr userDrawn="1"/>
        </p:nvSpPr>
        <p:spPr>
          <a:xfrm rot="5400000">
            <a:off x="10462333" y="5119540"/>
            <a:ext cx="472518" cy="298682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BC7794EF-2032-F1DC-2B6D-82457CDBCD05}"/>
              </a:ext>
            </a:extLst>
          </p:cNvPr>
          <p:cNvSpPr/>
          <p:nvPr userDrawn="1"/>
        </p:nvSpPr>
        <p:spPr>
          <a:xfrm rot="5400000">
            <a:off x="8994328" y="6377150"/>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Titre 1">
            <a:extLst>
              <a:ext uri="{FF2B5EF4-FFF2-40B4-BE49-F238E27FC236}">
                <a16:creationId xmlns:a16="http://schemas.microsoft.com/office/drawing/2014/main" id="{A8EE9A53-C187-19EC-7879-455208C1C933}"/>
              </a:ext>
            </a:extLst>
          </p:cNvPr>
          <p:cNvSpPr>
            <a:spLocks noGrp="1"/>
          </p:cNvSpPr>
          <p:nvPr>
            <p:ph type="title" hasCustomPrompt="1"/>
          </p:nvPr>
        </p:nvSpPr>
        <p:spPr>
          <a:xfrm>
            <a:off x="888022" y="0"/>
            <a:ext cx="11303977" cy="889920"/>
          </a:xfrm>
          <a:prstGeom prst="rect">
            <a:avLst/>
          </a:prstGeom>
          <a:noFill/>
          <a:ln>
            <a:noFill/>
          </a:ln>
        </p:spPr>
        <p:txBody>
          <a:bodyPr>
            <a:normAutofit/>
          </a:bodyPr>
          <a:lstStyle>
            <a:lvl1pPr>
              <a:tabLst>
                <a:tab pos="320040" algn="l"/>
              </a:tabLst>
              <a:defRPr lang="fr-CA" sz="3200" kern="1200" noProof="0">
                <a:solidFill>
                  <a:schemeClr val="tx2"/>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Tree>
    <p:extLst>
      <p:ext uri="{BB962C8B-B14F-4D97-AF65-F5344CB8AC3E}">
        <p14:creationId xmlns:p14="http://schemas.microsoft.com/office/powerpoint/2010/main" val="252044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4_Titre et contenu">
    <p:spTree>
      <p:nvGrpSpPr>
        <p:cNvPr id="1" name=""/>
        <p:cNvGrpSpPr/>
        <p:nvPr/>
      </p:nvGrpSpPr>
      <p:grpSpPr>
        <a:xfrm>
          <a:off x="0" y="0"/>
          <a:ext cx="0" cy="0"/>
          <a:chOff x="0" y="0"/>
          <a:chExt cx="0" cy="0"/>
        </a:xfrm>
      </p:grpSpPr>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5" name="Rectangle 4">
            <a:extLst>
              <a:ext uri="{FF2B5EF4-FFF2-40B4-BE49-F238E27FC236}">
                <a16:creationId xmlns:a16="http://schemas.microsoft.com/office/drawing/2014/main" id="{91598EAB-A240-EB77-7D97-E2AAED96ECA1}"/>
              </a:ext>
            </a:extLst>
          </p:cNvPr>
          <p:cNvSpPr/>
          <p:nvPr userDrawn="1"/>
        </p:nvSpPr>
        <p:spPr>
          <a:xfrm rot="5400000">
            <a:off x="10462333" y="5119540"/>
            <a:ext cx="472518" cy="298682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BC7794EF-2032-F1DC-2B6D-82457CDBCD05}"/>
              </a:ext>
            </a:extLst>
          </p:cNvPr>
          <p:cNvSpPr/>
          <p:nvPr userDrawn="1"/>
        </p:nvSpPr>
        <p:spPr>
          <a:xfrm rot="5400000">
            <a:off x="8994328" y="6377150"/>
            <a:ext cx="472518" cy="4716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Titre 1">
            <a:extLst>
              <a:ext uri="{FF2B5EF4-FFF2-40B4-BE49-F238E27FC236}">
                <a16:creationId xmlns:a16="http://schemas.microsoft.com/office/drawing/2014/main" id="{A8EE9A53-C187-19EC-7879-455208C1C933}"/>
              </a:ext>
            </a:extLst>
          </p:cNvPr>
          <p:cNvSpPr>
            <a:spLocks noGrp="1"/>
          </p:cNvSpPr>
          <p:nvPr>
            <p:ph type="title" hasCustomPrompt="1"/>
          </p:nvPr>
        </p:nvSpPr>
        <p:spPr>
          <a:xfrm>
            <a:off x="888022" y="0"/>
            <a:ext cx="11303977" cy="889920"/>
          </a:xfrm>
          <a:prstGeom prst="rect">
            <a:avLst/>
          </a:prstGeom>
          <a:noFill/>
          <a:ln>
            <a:noFill/>
          </a:ln>
        </p:spPr>
        <p:txBody>
          <a:bodyPr>
            <a:normAutofit/>
          </a:bodyPr>
          <a:lstStyle>
            <a:lvl1pPr>
              <a:tabLst>
                <a:tab pos="320040" algn="l"/>
              </a:tabLst>
              <a:defRPr lang="fr-CA" sz="3200" kern="1200" noProof="0">
                <a:solidFill>
                  <a:schemeClr val="accent4"/>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Tree>
    <p:extLst>
      <p:ext uri="{BB962C8B-B14F-4D97-AF65-F5344CB8AC3E}">
        <p14:creationId xmlns:p14="http://schemas.microsoft.com/office/powerpoint/2010/main" val="34096286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7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2026-09-22</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4"/>
                </a:solidFill>
                <a:latin typeface="Visby Slab CF Bold" panose="00000800000000000000" pitchFamily="50" charset="0"/>
              </a:rPr>
              <a:pPr algn="ctr"/>
              <a:t>‹N°›</a:t>
            </a:fld>
            <a:endParaRPr lang="fr-CA" sz="1400">
              <a:solidFill>
                <a:schemeClr val="accent4"/>
              </a:solidFill>
              <a:latin typeface="Visby Slab CF Bold" panose="00000800000000000000" pitchFamily="50" charset="0"/>
            </a:endParaRPr>
          </a:p>
        </p:txBody>
      </p:sp>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4478324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3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a:xfrm>
            <a:off x="838200" y="1825625"/>
            <a:ext cx="5492262" cy="4351338"/>
          </a:xfrm>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2026-09-22</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
        <p:nvSpPr>
          <p:cNvPr id="7" name="Rectangle 6">
            <a:extLst>
              <a:ext uri="{FF2B5EF4-FFF2-40B4-BE49-F238E27FC236}">
                <a16:creationId xmlns:a16="http://schemas.microsoft.com/office/drawing/2014/main" id="{4AED1FFB-4E60-EE52-12A7-B696E9EEBB39}"/>
              </a:ext>
            </a:extLst>
          </p:cNvPr>
          <p:cNvSpPr/>
          <p:nvPr userDrawn="1"/>
        </p:nvSpPr>
        <p:spPr>
          <a:xfrm>
            <a:off x="838200" y="1709553"/>
            <a:ext cx="5492262" cy="116072"/>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a:extLst>
              <a:ext uri="{FF2B5EF4-FFF2-40B4-BE49-F238E27FC236}">
                <a16:creationId xmlns:a16="http://schemas.microsoft.com/office/drawing/2014/main" id="{0B83D631-88E3-FF4E-2562-9CA27B86EC6F}"/>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7152372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6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a:xfrm>
            <a:off x="838200" y="1825625"/>
            <a:ext cx="5492262" cy="4351338"/>
          </a:xfrm>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2026-09-22</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
        <p:nvSpPr>
          <p:cNvPr id="7" name="Rectangle 6">
            <a:extLst>
              <a:ext uri="{FF2B5EF4-FFF2-40B4-BE49-F238E27FC236}">
                <a16:creationId xmlns:a16="http://schemas.microsoft.com/office/drawing/2014/main" id="{4AED1FFB-4E60-EE52-12A7-B696E9EEBB39}"/>
              </a:ext>
            </a:extLst>
          </p:cNvPr>
          <p:cNvSpPr/>
          <p:nvPr userDrawn="1"/>
        </p:nvSpPr>
        <p:spPr>
          <a:xfrm>
            <a:off x="838200" y="1709553"/>
            <a:ext cx="5492262" cy="116072"/>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a:extLst>
              <a:ext uri="{FF2B5EF4-FFF2-40B4-BE49-F238E27FC236}">
                <a16:creationId xmlns:a16="http://schemas.microsoft.com/office/drawing/2014/main" id="{0B83D631-88E3-FF4E-2562-9CA27B86EC6F}"/>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7326248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Visby CF" pitchFamily="50" charset="0"/>
              </a:rPr>
              <a:pPr algn="ctr"/>
              <a:t>‹N°›</a:t>
            </a:fld>
            <a:endParaRPr lang="fr-CA" sz="1200">
              <a:solidFill>
                <a:srgbClr val="003C71"/>
              </a:solidFill>
              <a:latin typeface="Visby CF" pitchFamily="50" charset="0"/>
            </a:endParaRPr>
          </a:p>
        </p:txBody>
      </p:sp>
      <p:sp>
        <p:nvSpPr>
          <p:cNvPr id="7" name="Rectangle 6">
            <a:extLst>
              <a:ext uri="{FF2B5EF4-FFF2-40B4-BE49-F238E27FC236}">
                <a16:creationId xmlns:a16="http://schemas.microsoft.com/office/drawing/2014/main" id="{C659D36B-EA26-D450-5622-4C9069AAC298}"/>
              </a:ext>
            </a:extLst>
          </p:cNvPr>
          <p:cNvSpPr/>
          <p:nvPr userDrawn="1"/>
        </p:nvSpPr>
        <p:spPr>
          <a:xfrm rot="5400000">
            <a:off x="10462333" y="5119540"/>
            <a:ext cx="472518" cy="298682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B4BBD810-0277-793C-EA97-93FAC7EB8040}"/>
              </a:ext>
            </a:extLst>
          </p:cNvPr>
          <p:cNvSpPr/>
          <p:nvPr userDrawn="1"/>
        </p:nvSpPr>
        <p:spPr>
          <a:xfrm rot="5400000">
            <a:off x="8994328" y="6377150"/>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0775822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2026-09-22</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b="0" smtClean="0">
                <a:solidFill>
                  <a:schemeClr val="accent2"/>
                </a:solidFill>
                <a:latin typeface="Visby Slab CF Bold" panose="00000800000000000000" pitchFamily="50" charset="0"/>
              </a:rPr>
              <a:pPr algn="ctr"/>
              <a:t>‹N°›</a:t>
            </a:fld>
            <a:endParaRPr lang="fr-CA" sz="1200" b="0">
              <a:solidFill>
                <a:schemeClr val="accent2"/>
              </a:solidFill>
              <a:latin typeface="Visby Slab CF Bold" panose="00000800000000000000" pitchFamily="50" charset="0"/>
            </a:endParaRPr>
          </a:p>
        </p:txBody>
      </p:sp>
      <p:grpSp>
        <p:nvGrpSpPr>
          <p:cNvPr id="14" name="Groupe 13">
            <a:extLst>
              <a:ext uri="{FF2B5EF4-FFF2-40B4-BE49-F238E27FC236}">
                <a16:creationId xmlns:a16="http://schemas.microsoft.com/office/drawing/2014/main" id="{91D0E067-7F7F-2D6B-48CC-ECADEEA552C9}"/>
              </a:ext>
            </a:extLst>
          </p:cNvPr>
          <p:cNvGrpSpPr/>
          <p:nvPr userDrawn="1"/>
        </p:nvGrpSpPr>
        <p:grpSpPr>
          <a:xfrm>
            <a:off x="838200" y="1709553"/>
            <a:ext cx="10533184" cy="108000"/>
            <a:chOff x="838200" y="1709553"/>
            <a:chExt cx="10533184" cy="108000"/>
          </a:xfrm>
        </p:grpSpPr>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9453626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4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2026-09-22</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383031" y="6061296"/>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0899211" y="6455575"/>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b="0" smtClean="0">
                <a:solidFill>
                  <a:schemeClr val="accent2"/>
                </a:solidFill>
                <a:latin typeface="Visby Slab CF Bold" panose="00000800000000000000" pitchFamily="50" charset="0"/>
              </a:rPr>
              <a:pPr algn="ctr"/>
              <a:t>‹N°›</a:t>
            </a:fld>
            <a:endParaRPr lang="fr-CA" sz="1200" b="0">
              <a:solidFill>
                <a:schemeClr val="accent2"/>
              </a:solidFill>
              <a:latin typeface="Visby Slab CF Bold" panose="00000800000000000000" pitchFamily="50" charset="0"/>
            </a:endParaRPr>
          </a:p>
        </p:txBody>
      </p:sp>
      <p:grpSp>
        <p:nvGrpSpPr>
          <p:cNvPr id="14" name="Groupe 13">
            <a:extLst>
              <a:ext uri="{FF2B5EF4-FFF2-40B4-BE49-F238E27FC236}">
                <a16:creationId xmlns:a16="http://schemas.microsoft.com/office/drawing/2014/main" id="{91D0E067-7F7F-2D6B-48CC-ECADEEA552C9}"/>
              </a:ext>
            </a:extLst>
          </p:cNvPr>
          <p:cNvGrpSpPr/>
          <p:nvPr userDrawn="1"/>
        </p:nvGrpSpPr>
        <p:grpSpPr>
          <a:xfrm>
            <a:off x="838200" y="1709553"/>
            <a:ext cx="10533184" cy="108000"/>
            <a:chOff x="838200" y="1709553"/>
            <a:chExt cx="10533184" cy="108000"/>
          </a:xfrm>
        </p:grpSpPr>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22188698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EBDD9D57-9370-83B4-9116-276A686DC0E2}"/>
              </a:ext>
            </a:extLst>
          </p:cNvPr>
          <p:cNvGrpSpPr/>
          <p:nvPr userDrawn="1"/>
        </p:nvGrpSpPr>
        <p:grpSpPr>
          <a:xfrm>
            <a:off x="831850" y="3686829"/>
            <a:ext cx="10521950" cy="900001"/>
            <a:chOff x="831850" y="3686829"/>
            <a:chExt cx="10521950" cy="900001"/>
          </a:xfrm>
        </p:grpSpPr>
        <p:sp>
          <p:nvSpPr>
            <p:cNvPr id="10" name="Rectangle 9">
              <a:extLst>
                <a:ext uri="{FF2B5EF4-FFF2-40B4-BE49-F238E27FC236}">
                  <a16:creationId xmlns:a16="http://schemas.microsoft.com/office/drawing/2014/main" id="{23DAD92D-B154-D982-F8D5-1C42DEFAC34E}"/>
                </a:ext>
              </a:extLst>
            </p:cNvPr>
            <p:cNvSpPr/>
            <p:nvPr userDrawn="1"/>
          </p:nvSpPr>
          <p:spPr>
            <a:xfrm rot="5400000">
              <a:off x="5642825" y="-1124146"/>
              <a:ext cx="900000" cy="1052195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71BA741F-8330-9175-BB85-E6E8D878CB1F}"/>
                </a:ext>
              </a:extLst>
            </p:cNvPr>
            <p:cNvSpPr/>
            <p:nvPr userDrawn="1"/>
          </p:nvSpPr>
          <p:spPr>
            <a:xfrm rot="5400000">
              <a:off x="834502" y="3686830"/>
              <a:ext cx="900000" cy="900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2" name="Titre 1">
            <a:extLst>
              <a:ext uri="{FF2B5EF4-FFF2-40B4-BE49-F238E27FC236}">
                <a16:creationId xmlns:a16="http://schemas.microsoft.com/office/drawing/2014/main" id="{AEBDF881-2B87-4A64-9F9F-77C401AA7986}"/>
              </a:ext>
            </a:extLst>
          </p:cNvPr>
          <p:cNvSpPr>
            <a:spLocks noGrp="1"/>
          </p:cNvSpPr>
          <p:nvPr>
            <p:ph type="title"/>
          </p:nvPr>
        </p:nvSpPr>
        <p:spPr>
          <a:xfrm>
            <a:off x="1734502" y="1709738"/>
            <a:ext cx="9612948" cy="2852737"/>
          </a:xfrm>
          <a:prstGeom prst="rect">
            <a:avLst/>
          </a:prstGeom>
        </p:spPr>
        <p:txBody>
          <a:bodyPr anchor="b">
            <a:normAutofit/>
          </a:bodyPr>
          <a:lstStyle>
            <a:lvl1pPr>
              <a:defRPr sz="4800">
                <a:solidFill>
                  <a:schemeClr val="bg1"/>
                </a:solidFill>
                <a:latin typeface="Visby CF" pitchFamily="50" charset="0"/>
              </a:defRPr>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80367424-D776-493C-987D-ECE5A1EE120C}"/>
              </a:ext>
            </a:extLst>
          </p:cNvPr>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Visby Slab CF Bold" panose="00000800000000000000" pitchFamily="50"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3B1EB46-6A6F-4051-916B-173FABD96FDE}"/>
              </a:ext>
            </a:extLst>
          </p:cNvPr>
          <p:cNvSpPr>
            <a:spLocks noGrp="1"/>
          </p:cNvSpPr>
          <p:nvPr>
            <p:ph type="dt" sz="half" idx="10"/>
          </p:nvPr>
        </p:nvSpPr>
        <p:spPr/>
        <p:txBody>
          <a:bodyPr/>
          <a:lstStyle/>
          <a:p>
            <a:fld id="{C3FA3F56-1CBF-4B71-BCF0-9D49C229BC9E}" type="datetime1">
              <a:rPr lang="fr-CA" smtClean="0"/>
              <a:t>2026-09-22</a:t>
            </a:fld>
            <a:endParaRPr lang="fr-CA"/>
          </a:p>
        </p:txBody>
      </p:sp>
      <p:sp>
        <p:nvSpPr>
          <p:cNvPr id="5" name="Espace réservé du pied de page 4">
            <a:extLst>
              <a:ext uri="{FF2B5EF4-FFF2-40B4-BE49-F238E27FC236}">
                <a16:creationId xmlns:a16="http://schemas.microsoft.com/office/drawing/2014/main" id="{D045C6CD-773E-49C9-9C0F-00A841E4914D}"/>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C6AFFE51-28AD-499E-9A51-17A8F9ED76B1}"/>
              </a:ext>
            </a:extLst>
          </p:cNvPr>
          <p:cNvSpPr>
            <a:spLocks noGrp="1"/>
          </p:cNvSpPr>
          <p:nvPr>
            <p:ph type="sldNum" sz="quarter" idx="12"/>
          </p:nvPr>
        </p:nvSpPr>
        <p:spPr/>
        <p:txBody>
          <a:bodyPr/>
          <a:lstStyle/>
          <a:p>
            <a:fld id="{4162AF1F-2696-4F34-A7F3-E326E3C5B51E}" type="slidenum">
              <a:rPr lang="fr-CA" smtClean="0"/>
              <a:t>‹N°›</a:t>
            </a:fld>
            <a:endParaRPr lang="fr-CA"/>
          </a:p>
        </p:txBody>
      </p:sp>
      <p:pic>
        <p:nvPicPr>
          <p:cNvPr id="8" name="Image 7">
            <a:extLst>
              <a:ext uri="{FF2B5EF4-FFF2-40B4-BE49-F238E27FC236}">
                <a16:creationId xmlns:a16="http://schemas.microsoft.com/office/drawing/2014/main" id="{92A690AD-01A7-4AED-9076-FBB008D79BA2}"/>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F88E85E2-9F61-4B62-80C6-8FE9ECE2F8C9}"/>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Tree>
    <p:extLst>
      <p:ext uri="{BB962C8B-B14F-4D97-AF65-F5344CB8AC3E}">
        <p14:creationId xmlns:p14="http://schemas.microsoft.com/office/powerpoint/2010/main" val="2250999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1_Titre de section">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E322D8C5-A4B1-D227-6B9A-DD26950FB037}"/>
              </a:ext>
            </a:extLst>
          </p:cNvPr>
          <p:cNvGrpSpPr/>
          <p:nvPr userDrawn="1"/>
        </p:nvGrpSpPr>
        <p:grpSpPr>
          <a:xfrm>
            <a:off x="831850" y="2410691"/>
            <a:ext cx="7478137" cy="900001"/>
            <a:chOff x="831850" y="2410691"/>
            <a:chExt cx="7478137" cy="900001"/>
          </a:xfrm>
        </p:grpSpPr>
        <p:sp>
          <p:nvSpPr>
            <p:cNvPr id="10" name="Rectangle 9">
              <a:extLst>
                <a:ext uri="{FF2B5EF4-FFF2-40B4-BE49-F238E27FC236}">
                  <a16:creationId xmlns:a16="http://schemas.microsoft.com/office/drawing/2014/main" id="{23DAD92D-B154-D982-F8D5-1C42DEFAC34E}"/>
                </a:ext>
              </a:extLst>
            </p:cNvPr>
            <p:cNvSpPr/>
            <p:nvPr userDrawn="1"/>
          </p:nvSpPr>
          <p:spPr>
            <a:xfrm rot="5400000">
              <a:off x="4120919" y="-878378"/>
              <a:ext cx="900000" cy="747813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71BA741F-8330-9175-BB85-E6E8D878CB1F}"/>
                </a:ext>
              </a:extLst>
            </p:cNvPr>
            <p:cNvSpPr/>
            <p:nvPr userDrawn="1"/>
          </p:nvSpPr>
          <p:spPr>
            <a:xfrm rot="5400000">
              <a:off x="834502" y="2410692"/>
              <a:ext cx="900000" cy="900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2" name="Titre 1">
            <a:extLst>
              <a:ext uri="{FF2B5EF4-FFF2-40B4-BE49-F238E27FC236}">
                <a16:creationId xmlns:a16="http://schemas.microsoft.com/office/drawing/2014/main" id="{AEBDF881-2B87-4A64-9F9F-77C401AA7986}"/>
              </a:ext>
            </a:extLst>
          </p:cNvPr>
          <p:cNvSpPr>
            <a:spLocks noGrp="1"/>
          </p:cNvSpPr>
          <p:nvPr userDrawn="1">
            <p:ph type="title" hasCustomPrompt="1"/>
          </p:nvPr>
        </p:nvSpPr>
        <p:spPr>
          <a:xfrm>
            <a:off x="1734502" y="433600"/>
            <a:ext cx="6575485" cy="2852737"/>
          </a:xfrm>
          <a:prstGeom prst="rect">
            <a:avLst/>
          </a:prstGeom>
        </p:spPr>
        <p:txBody>
          <a:bodyPr anchor="b">
            <a:normAutofit/>
          </a:bodyPr>
          <a:lstStyle>
            <a:lvl1pPr marL="180975" indent="0">
              <a:defRPr sz="4800">
                <a:solidFill>
                  <a:schemeClr val="bg1"/>
                </a:solidFill>
                <a:latin typeface="Visby CF" pitchFamily="50" charset="0"/>
              </a:defRPr>
            </a:lvl1pPr>
          </a:lstStyle>
          <a:p>
            <a:r>
              <a:rPr lang="fr-FR"/>
              <a:t>Modifiezle style du titre</a:t>
            </a:r>
            <a:endParaRPr lang="fr-CA"/>
          </a:p>
        </p:txBody>
      </p:sp>
      <p:sp>
        <p:nvSpPr>
          <p:cNvPr id="3" name="Espace réservé du texte 2">
            <a:extLst>
              <a:ext uri="{FF2B5EF4-FFF2-40B4-BE49-F238E27FC236}">
                <a16:creationId xmlns:a16="http://schemas.microsoft.com/office/drawing/2014/main" id="{80367424-D776-493C-987D-ECE5A1EE120C}"/>
              </a:ext>
            </a:extLst>
          </p:cNvPr>
          <p:cNvSpPr>
            <a:spLocks noGrp="1"/>
          </p:cNvSpPr>
          <p:nvPr userDrawn="1">
            <p:ph type="body" idx="1"/>
          </p:nvPr>
        </p:nvSpPr>
        <p:spPr>
          <a:xfrm>
            <a:off x="831850" y="3313325"/>
            <a:ext cx="7478137" cy="2775976"/>
          </a:xfrm>
        </p:spPr>
        <p:txBody>
          <a:bodyPr/>
          <a:lstStyle>
            <a:lvl1pPr marL="0" indent="0">
              <a:buNone/>
              <a:defRPr sz="2400">
                <a:solidFill>
                  <a:schemeClr val="bg2">
                    <a:lumMod val="25000"/>
                  </a:schemeClr>
                </a:solidFill>
                <a:latin typeface="Visby Slab CF Bold" panose="00000800000000000000" pitchFamily="50"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3B1EB46-6A6F-4051-916B-173FABD96FDE}"/>
              </a:ext>
            </a:extLst>
          </p:cNvPr>
          <p:cNvSpPr>
            <a:spLocks noGrp="1"/>
          </p:cNvSpPr>
          <p:nvPr userDrawn="1">
            <p:ph type="dt" sz="half" idx="10"/>
          </p:nvPr>
        </p:nvSpPr>
        <p:spPr/>
        <p:txBody>
          <a:bodyPr/>
          <a:lstStyle/>
          <a:p>
            <a:fld id="{C3FA3F56-1CBF-4B71-BCF0-9D49C229BC9E}" type="datetime1">
              <a:rPr lang="fr-CA" smtClean="0"/>
              <a:t>2026-09-22</a:t>
            </a:fld>
            <a:endParaRPr lang="fr-CA"/>
          </a:p>
        </p:txBody>
      </p:sp>
      <p:sp>
        <p:nvSpPr>
          <p:cNvPr id="5" name="Espace réservé du pied de page 4">
            <a:extLst>
              <a:ext uri="{FF2B5EF4-FFF2-40B4-BE49-F238E27FC236}">
                <a16:creationId xmlns:a16="http://schemas.microsoft.com/office/drawing/2014/main" id="{D045C6CD-773E-49C9-9C0F-00A841E4914D}"/>
              </a:ext>
            </a:extLst>
          </p:cNvPr>
          <p:cNvSpPr>
            <a:spLocks noGrp="1"/>
          </p:cNvSpPr>
          <p:nvPr userDrawn="1">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C6AFFE51-28AD-499E-9A51-17A8F9ED76B1}"/>
              </a:ext>
            </a:extLst>
          </p:cNvPr>
          <p:cNvSpPr>
            <a:spLocks noGrp="1"/>
          </p:cNvSpPr>
          <p:nvPr userDrawn="1">
            <p:ph type="sldNum" sz="quarter" idx="12"/>
          </p:nvPr>
        </p:nvSpPr>
        <p:spPr/>
        <p:txBody>
          <a:bodyPr/>
          <a:lstStyle/>
          <a:p>
            <a:fld id="{4162AF1F-2696-4F34-A7F3-E326E3C5B51E}" type="slidenum">
              <a:rPr lang="fr-CA" smtClean="0"/>
              <a:t>‹N°›</a:t>
            </a:fld>
            <a:endParaRPr lang="fr-CA"/>
          </a:p>
        </p:txBody>
      </p:sp>
      <p:pic>
        <p:nvPicPr>
          <p:cNvPr id="8" name="Image 7">
            <a:extLst>
              <a:ext uri="{FF2B5EF4-FFF2-40B4-BE49-F238E27FC236}">
                <a16:creationId xmlns:a16="http://schemas.microsoft.com/office/drawing/2014/main" id="{92A690AD-01A7-4AED-9076-FBB008D79BA2}"/>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F88E85E2-9F61-4B62-80C6-8FE9ECE2F8C9}"/>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Tree>
    <p:extLst>
      <p:ext uri="{BB962C8B-B14F-4D97-AF65-F5344CB8AC3E}">
        <p14:creationId xmlns:p14="http://schemas.microsoft.com/office/powerpoint/2010/main" val="35414773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D6FF520-7EBC-4D23-9027-BE7F20AC6BF8}"/>
              </a:ext>
            </a:extLst>
          </p:cNvPr>
          <p:cNvSpPr>
            <a:spLocks noGrp="1"/>
          </p:cNvSpPr>
          <p:nvPr>
            <p:ph sz="half" idx="1"/>
          </p:nvPr>
        </p:nvSpPr>
        <p:spPr>
          <a:xfrm>
            <a:off x="838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10F1508B-6CF9-436F-AE7F-373AE84289AE}"/>
              </a:ext>
            </a:extLst>
          </p:cNvPr>
          <p:cNvSpPr>
            <a:spLocks noGrp="1"/>
          </p:cNvSpPr>
          <p:nvPr>
            <p:ph sz="half" idx="2"/>
          </p:nvPr>
        </p:nvSpPr>
        <p:spPr>
          <a:xfrm>
            <a:off x="6172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8" name="Titre 1">
            <a:extLst>
              <a:ext uri="{FF2B5EF4-FFF2-40B4-BE49-F238E27FC236}">
                <a16:creationId xmlns:a16="http://schemas.microsoft.com/office/drawing/2014/main" id="{1D1BB8EB-77F7-0447-0817-CCF477C778FA}"/>
              </a:ext>
            </a:extLst>
          </p:cNvPr>
          <p:cNvSpPr>
            <a:spLocks noGrp="1"/>
          </p:cNvSpPr>
          <p:nvPr>
            <p:ph type="title" hasCustomPrompt="1"/>
          </p:nvPr>
        </p:nvSpPr>
        <p:spPr>
          <a:xfrm>
            <a:off x="888022" y="0"/>
            <a:ext cx="11303977" cy="889920"/>
          </a:xfrm>
          <a:prstGeom prst="rect">
            <a:avLst/>
          </a:prstGeom>
          <a:solidFill>
            <a:schemeClr val="accent2"/>
          </a:solidFill>
          <a:ln>
            <a:solidFill>
              <a:schemeClr val="accent2"/>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10" name="Rectangle 9">
            <a:extLst>
              <a:ext uri="{FF2B5EF4-FFF2-40B4-BE49-F238E27FC236}">
                <a16:creationId xmlns:a16="http://schemas.microsoft.com/office/drawing/2014/main" id="{BF337692-CA06-8A6E-800A-88C2CB7BA11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7195995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D6FF520-7EBC-4D23-9027-BE7F20AC6BF8}"/>
              </a:ext>
            </a:extLst>
          </p:cNvPr>
          <p:cNvSpPr>
            <a:spLocks noGrp="1"/>
          </p:cNvSpPr>
          <p:nvPr>
            <p:ph sz="half" idx="1"/>
          </p:nvPr>
        </p:nvSpPr>
        <p:spPr>
          <a:xfrm>
            <a:off x="838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10F1508B-6CF9-436F-AE7F-373AE84289AE}"/>
              </a:ext>
            </a:extLst>
          </p:cNvPr>
          <p:cNvSpPr>
            <a:spLocks noGrp="1"/>
          </p:cNvSpPr>
          <p:nvPr>
            <p:ph sz="half" idx="2"/>
          </p:nvPr>
        </p:nvSpPr>
        <p:spPr>
          <a:xfrm>
            <a:off x="6172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8" name="Titre 1">
            <a:extLst>
              <a:ext uri="{FF2B5EF4-FFF2-40B4-BE49-F238E27FC236}">
                <a16:creationId xmlns:a16="http://schemas.microsoft.com/office/drawing/2014/main" id="{1D1BB8EB-77F7-0447-0817-CCF477C778FA}"/>
              </a:ext>
            </a:extLst>
          </p:cNvPr>
          <p:cNvSpPr>
            <a:spLocks noGrp="1"/>
          </p:cNvSpPr>
          <p:nvPr>
            <p:ph type="title" hasCustomPrompt="1"/>
          </p:nvPr>
        </p:nvSpPr>
        <p:spPr>
          <a:xfrm>
            <a:off x="888022" y="0"/>
            <a:ext cx="11303977" cy="889920"/>
          </a:xfrm>
          <a:prstGeom prst="rect">
            <a:avLst/>
          </a:prstGeom>
          <a:solidFill>
            <a:schemeClr val="accent4"/>
          </a:solidFill>
          <a:ln>
            <a:solidFill>
              <a:schemeClr val="accent4"/>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10" name="Rectangle 9">
            <a:extLst>
              <a:ext uri="{FF2B5EF4-FFF2-40B4-BE49-F238E27FC236}">
                <a16:creationId xmlns:a16="http://schemas.microsoft.com/office/drawing/2014/main" id="{BF337692-CA06-8A6E-800A-88C2CB7BA11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0778266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E47C7D-ED3A-4278-A72A-48345246A3BD}"/>
              </a:ext>
            </a:extLst>
          </p:cNvPr>
          <p:cNvSpPr>
            <a:spLocks noGrp="1"/>
          </p:cNvSpPr>
          <p:nvPr>
            <p:ph type="title"/>
          </p:nvPr>
        </p:nvSpPr>
        <p:spPr>
          <a:xfrm>
            <a:off x="839788"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60E886C2-319B-46B8-AEEA-C66D91E93C90}"/>
              </a:ext>
            </a:extLst>
          </p:cNvPr>
          <p:cNvSpPr>
            <a:spLocks noGrp="1"/>
          </p:cNvSpPr>
          <p:nvPr>
            <p:ph type="body" idx="1"/>
          </p:nvPr>
        </p:nvSpPr>
        <p:spPr>
          <a:xfrm>
            <a:off x="839788" y="1857375"/>
            <a:ext cx="5157787" cy="647700"/>
          </a:xfrm>
        </p:spPr>
        <p:txBody>
          <a:bodyPr anchor="b">
            <a:normAutofit/>
          </a:bodyPr>
          <a:lstStyle>
            <a:lvl1pPr marL="0" indent="0">
              <a:lnSpc>
                <a:spcPct val="100000"/>
              </a:lnSpc>
              <a:buNone/>
              <a:defRPr sz="2000" b="1">
                <a:solidFill>
                  <a:schemeClr val="accent4"/>
                </a:solidFill>
                <a:latin typeface="Visby Slab CF Bold" panose="000008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9913E5C-7FCE-4545-9F38-F46AC53B5A95}"/>
              </a:ext>
            </a:extLst>
          </p:cNvPr>
          <p:cNvSpPr>
            <a:spLocks noGrp="1"/>
          </p:cNvSpPr>
          <p:nvPr>
            <p:ph sz="half" idx="2"/>
          </p:nvPr>
        </p:nvSpPr>
        <p:spPr>
          <a:xfrm>
            <a:off x="839788" y="2505075"/>
            <a:ext cx="5157787" cy="3684588"/>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D37AAED7-E9B6-48F2-A2E0-FEC8023F8903}"/>
              </a:ext>
            </a:extLst>
          </p:cNvPr>
          <p:cNvSpPr>
            <a:spLocks noGrp="1"/>
          </p:cNvSpPr>
          <p:nvPr>
            <p:ph type="body" sz="quarter" idx="3"/>
          </p:nvPr>
        </p:nvSpPr>
        <p:spPr>
          <a:xfrm>
            <a:off x="6172200" y="1857375"/>
            <a:ext cx="5183188" cy="647700"/>
          </a:xfrm>
        </p:spPr>
        <p:txBody>
          <a:bodyPr anchor="b">
            <a:normAutofit/>
          </a:bodyPr>
          <a:lstStyle>
            <a:lvl1pPr marL="0" indent="0">
              <a:lnSpc>
                <a:spcPct val="100000"/>
              </a:lnSpc>
              <a:buNone/>
              <a:defRPr sz="2000" b="1">
                <a:solidFill>
                  <a:schemeClr val="accent4"/>
                </a:solidFill>
                <a:latin typeface="Visby Slab CF Bold" panose="000008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ADA2E83-D189-4767-ADCE-540349D0EFFB}"/>
              </a:ext>
            </a:extLst>
          </p:cNvPr>
          <p:cNvSpPr>
            <a:spLocks noGrp="1"/>
          </p:cNvSpPr>
          <p:nvPr>
            <p:ph sz="quarter" idx="4"/>
          </p:nvPr>
        </p:nvSpPr>
        <p:spPr>
          <a:xfrm>
            <a:off x="6172200" y="2505075"/>
            <a:ext cx="5183188" cy="3684588"/>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75C8475E-69CC-4760-BC4D-744440FA2650}"/>
              </a:ext>
            </a:extLst>
          </p:cNvPr>
          <p:cNvSpPr>
            <a:spLocks noGrp="1"/>
          </p:cNvSpPr>
          <p:nvPr>
            <p:ph type="dt" sz="half" idx="10"/>
          </p:nvPr>
        </p:nvSpPr>
        <p:spPr/>
        <p:txBody>
          <a:bodyPr/>
          <a:lstStyle/>
          <a:p>
            <a:fld id="{8729ED92-C0A7-4E10-8DD3-6743B6F44C7B}" type="datetime1">
              <a:rPr lang="fr-CA" smtClean="0"/>
              <a:t>2026-09-22</a:t>
            </a:fld>
            <a:endParaRPr lang="fr-CA"/>
          </a:p>
        </p:txBody>
      </p:sp>
      <p:sp>
        <p:nvSpPr>
          <p:cNvPr id="8" name="Espace réservé du pied de page 7">
            <a:extLst>
              <a:ext uri="{FF2B5EF4-FFF2-40B4-BE49-F238E27FC236}">
                <a16:creationId xmlns:a16="http://schemas.microsoft.com/office/drawing/2014/main" id="{68F30160-070B-4EFD-9E9E-BC0F83F6A72C}"/>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2F012686-7446-4AAB-A356-87A58A8AB069}"/>
              </a:ext>
            </a:extLst>
          </p:cNvPr>
          <p:cNvSpPr>
            <a:spLocks noGrp="1"/>
          </p:cNvSpPr>
          <p:nvPr>
            <p:ph type="sldNum" sz="quarter" idx="12"/>
          </p:nvPr>
        </p:nvSpPr>
        <p:spPr/>
        <p:txBody>
          <a:bodyPr/>
          <a:lstStyle/>
          <a:p>
            <a:fld id="{4162AF1F-2696-4F34-A7F3-E326E3C5B51E}" type="slidenum">
              <a:rPr lang="fr-CA" smtClean="0"/>
              <a:t>‹N°›</a:t>
            </a:fld>
            <a:endParaRPr lang="fr-CA"/>
          </a:p>
        </p:txBody>
      </p:sp>
      <p:pic>
        <p:nvPicPr>
          <p:cNvPr id="11" name="Image 10">
            <a:extLst>
              <a:ext uri="{FF2B5EF4-FFF2-40B4-BE49-F238E27FC236}">
                <a16:creationId xmlns:a16="http://schemas.microsoft.com/office/drawing/2014/main" id="{EED67E66-1270-42BB-90A8-FC65102E8059}"/>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grpSp>
        <p:nvGrpSpPr>
          <p:cNvPr id="13" name="Groupe 12">
            <a:extLst>
              <a:ext uri="{FF2B5EF4-FFF2-40B4-BE49-F238E27FC236}">
                <a16:creationId xmlns:a16="http://schemas.microsoft.com/office/drawing/2014/main" id="{3AC88339-9552-A25D-2921-A87AA4DFDD4B}"/>
              </a:ext>
            </a:extLst>
          </p:cNvPr>
          <p:cNvGrpSpPr/>
          <p:nvPr userDrawn="1"/>
        </p:nvGrpSpPr>
        <p:grpSpPr>
          <a:xfrm>
            <a:off x="838200" y="1709553"/>
            <a:ext cx="10533184" cy="108000"/>
            <a:chOff x="838200" y="1709553"/>
            <a:chExt cx="10533184" cy="108000"/>
          </a:xfrm>
        </p:grpSpPr>
        <p:sp>
          <p:nvSpPr>
            <p:cNvPr id="14" name="Rectangle 13">
              <a:extLst>
                <a:ext uri="{FF2B5EF4-FFF2-40B4-BE49-F238E27FC236}">
                  <a16:creationId xmlns:a16="http://schemas.microsoft.com/office/drawing/2014/main" id="{F0CF4B4C-BFD0-8C2A-2386-F412098246A6}"/>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5" name="Rectangle 14">
              <a:extLst>
                <a:ext uri="{FF2B5EF4-FFF2-40B4-BE49-F238E27FC236}">
                  <a16:creationId xmlns:a16="http://schemas.microsoft.com/office/drawing/2014/main" id="{22B810E8-6C17-FB8B-D457-5256556C269D}"/>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16" name="Espace réservé du numéro de diapositive 5">
            <a:extLst>
              <a:ext uri="{FF2B5EF4-FFF2-40B4-BE49-F238E27FC236}">
                <a16:creationId xmlns:a16="http://schemas.microsoft.com/office/drawing/2014/main" id="{5D05A552-4479-6999-0E35-5C8EE1CCB186}"/>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Tree>
    <p:extLst>
      <p:ext uri="{BB962C8B-B14F-4D97-AF65-F5344CB8AC3E}">
        <p14:creationId xmlns:p14="http://schemas.microsoft.com/office/powerpoint/2010/main" val="333852411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54DEB8-4F5E-4AAE-A758-E30BDC47F471}"/>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e la date 2">
            <a:extLst>
              <a:ext uri="{FF2B5EF4-FFF2-40B4-BE49-F238E27FC236}">
                <a16:creationId xmlns:a16="http://schemas.microsoft.com/office/drawing/2014/main" id="{EA14BE86-3DA4-4ACC-9F51-02FE94A7B474}"/>
              </a:ext>
            </a:extLst>
          </p:cNvPr>
          <p:cNvSpPr>
            <a:spLocks noGrp="1"/>
          </p:cNvSpPr>
          <p:nvPr>
            <p:ph type="dt" sz="half" idx="10"/>
          </p:nvPr>
        </p:nvSpPr>
        <p:spPr/>
        <p:txBody>
          <a:bodyPr/>
          <a:lstStyle/>
          <a:p>
            <a:fld id="{3771101E-C5D6-48CB-B6D1-4E1641070EEB}" type="datetime1">
              <a:rPr lang="fr-CA" smtClean="0"/>
              <a:t>2026-09-22</a:t>
            </a:fld>
            <a:endParaRPr lang="fr-CA"/>
          </a:p>
        </p:txBody>
      </p:sp>
      <p:sp>
        <p:nvSpPr>
          <p:cNvPr id="4" name="Espace réservé du pied de page 3">
            <a:extLst>
              <a:ext uri="{FF2B5EF4-FFF2-40B4-BE49-F238E27FC236}">
                <a16:creationId xmlns:a16="http://schemas.microsoft.com/office/drawing/2014/main" id="{57E88ACB-9530-4D5B-BB1B-4CA0A7E92CC4}"/>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8775DFD6-489D-42B5-9D6F-592A6E5D9E91}"/>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6" name="Rectangle 5">
            <a:extLst>
              <a:ext uri="{FF2B5EF4-FFF2-40B4-BE49-F238E27FC236}">
                <a16:creationId xmlns:a16="http://schemas.microsoft.com/office/drawing/2014/main" id="{F9C9CBCD-40E8-4EE8-B41F-8CB8DDB16B8C}"/>
              </a:ext>
            </a:extLst>
          </p:cNvPr>
          <p:cNvSpPr/>
          <p:nvPr userDrawn="1"/>
        </p:nvSpPr>
        <p:spPr>
          <a:xfrm>
            <a:off x="8527312" y="6517758"/>
            <a:ext cx="3664688" cy="340242"/>
          </a:xfrm>
          <a:prstGeom prst="rect">
            <a:avLst/>
          </a:prstGeom>
          <a:solidFill>
            <a:srgbClr val="888B8D"/>
          </a:solidFill>
          <a:ln>
            <a:solidFill>
              <a:srgbClr val="888B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7" name="Image 6">
            <a:extLst>
              <a:ext uri="{FF2B5EF4-FFF2-40B4-BE49-F238E27FC236}">
                <a16:creationId xmlns:a16="http://schemas.microsoft.com/office/drawing/2014/main" id="{6A7B8A08-0129-4753-B49F-46CD5D78F6EF}"/>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8" name="Espace réservé du numéro de diapositive 5">
            <a:extLst>
              <a:ext uri="{FF2B5EF4-FFF2-40B4-BE49-F238E27FC236}">
                <a16:creationId xmlns:a16="http://schemas.microsoft.com/office/drawing/2014/main" id="{DAA6D7D7-2752-44C8-B867-BB292699DEEC}"/>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chemeClr val="tx2"/>
                </a:solidFill>
                <a:latin typeface="Visby CF" pitchFamily="50" charset="0"/>
              </a:rPr>
              <a:pPr algn="ctr"/>
              <a:t>‹N°›</a:t>
            </a:fld>
            <a:endParaRPr lang="fr-CA" sz="1200">
              <a:solidFill>
                <a:schemeClr val="tx2"/>
              </a:solidFill>
              <a:latin typeface="Visby CF" pitchFamily="50" charset="0"/>
            </a:endParaRPr>
          </a:p>
        </p:txBody>
      </p:sp>
      <p:grpSp>
        <p:nvGrpSpPr>
          <p:cNvPr id="9" name="Groupe 8">
            <a:extLst>
              <a:ext uri="{FF2B5EF4-FFF2-40B4-BE49-F238E27FC236}">
                <a16:creationId xmlns:a16="http://schemas.microsoft.com/office/drawing/2014/main" id="{224B0C09-CC67-AFAA-5567-2D88140A4C21}"/>
              </a:ext>
            </a:extLst>
          </p:cNvPr>
          <p:cNvGrpSpPr/>
          <p:nvPr userDrawn="1"/>
        </p:nvGrpSpPr>
        <p:grpSpPr>
          <a:xfrm>
            <a:off x="838200" y="1709553"/>
            <a:ext cx="10533184" cy="108000"/>
            <a:chOff x="838200" y="1709553"/>
            <a:chExt cx="10533184" cy="108000"/>
          </a:xfrm>
        </p:grpSpPr>
        <p:sp>
          <p:nvSpPr>
            <p:cNvPr id="10" name="Rectangle 9">
              <a:extLst>
                <a:ext uri="{FF2B5EF4-FFF2-40B4-BE49-F238E27FC236}">
                  <a16:creationId xmlns:a16="http://schemas.microsoft.com/office/drawing/2014/main" id="{FA474C50-6FC7-1299-7A01-369B3B568D86}"/>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C0B80BA3-3EC3-7880-F6B1-940ABD8A8019}"/>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30667842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Vide">
    <p:bg>
      <p:bgRef idx="1001">
        <a:schemeClr val="bg1"/>
      </p:bgRef>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BB2C9CB-2066-4279-A68C-D7E978D806BE}"/>
              </a:ext>
            </a:extLst>
          </p:cNvPr>
          <p:cNvSpPr>
            <a:spLocks noGrp="1"/>
          </p:cNvSpPr>
          <p:nvPr>
            <p:ph type="dt" sz="half" idx="10"/>
          </p:nvPr>
        </p:nvSpPr>
        <p:spPr/>
        <p:txBody>
          <a:bodyPr/>
          <a:lstStyle/>
          <a:p>
            <a:fld id="{A41D5BF6-20CC-48B5-A010-8238257C1994}" type="datetime1">
              <a:rPr lang="fr-CA" smtClean="0"/>
              <a:t>2026-09-22</a:t>
            </a:fld>
            <a:endParaRPr lang="fr-CA"/>
          </a:p>
        </p:txBody>
      </p:sp>
      <p:sp>
        <p:nvSpPr>
          <p:cNvPr id="3" name="Espace réservé du pied de page 2">
            <a:extLst>
              <a:ext uri="{FF2B5EF4-FFF2-40B4-BE49-F238E27FC236}">
                <a16:creationId xmlns:a16="http://schemas.microsoft.com/office/drawing/2014/main" id="{801F4E27-6958-4070-AA66-9A182D79884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4D2A506C-C42C-491E-9BF5-093EF3AC5B6D}"/>
              </a:ext>
            </a:extLst>
          </p:cNvPr>
          <p:cNvSpPr>
            <a:spLocks noGrp="1"/>
          </p:cNvSpPr>
          <p:nvPr>
            <p:ph type="sldNum" sz="quarter" idx="12"/>
          </p:nvPr>
        </p:nvSpPr>
        <p:spPr/>
        <p:txBody>
          <a:bodyPr/>
          <a:lstStyle/>
          <a:p>
            <a:fld id="{4162AF1F-2696-4F34-A7F3-E326E3C5B51E}" type="slidenum">
              <a:rPr lang="fr-CA" smtClean="0"/>
              <a:t>‹N°›</a:t>
            </a:fld>
            <a:endParaRPr lang="fr-CA"/>
          </a:p>
        </p:txBody>
      </p:sp>
    </p:spTree>
    <p:extLst>
      <p:ext uri="{BB962C8B-B14F-4D97-AF65-F5344CB8AC3E}">
        <p14:creationId xmlns:p14="http://schemas.microsoft.com/office/powerpoint/2010/main" val="3409939670"/>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F51677-42BF-4FC2-8CE3-7E864674DBC2}"/>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918D88F3-8BDC-4C17-8D4A-8F4C884C41A1}"/>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01E9FF7B-CFD3-4931-97F0-F095DB122E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DC5A066-9CAF-4775-A347-FFE32DA2A5B4}"/>
              </a:ext>
            </a:extLst>
          </p:cNvPr>
          <p:cNvSpPr>
            <a:spLocks noGrp="1"/>
          </p:cNvSpPr>
          <p:nvPr>
            <p:ph type="dt" sz="half" idx="10"/>
          </p:nvPr>
        </p:nvSpPr>
        <p:spPr/>
        <p:txBody>
          <a:bodyPr/>
          <a:lstStyle/>
          <a:p>
            <a:fld id="{022B9842-C8FA-4217-AC08-028192B15B24}" type="datetime1">
              <a:rPr lang="fr-CA" smtClean="0"/>
              <a:t>2026-09-22</a:t>
            </a:fld>
            <a:endParaRPr lang="fr-CA"/>
          </a:p>
        </p:txBody>
      </p:sp>
      <p:sp>
        <p:nvSpPr>
          <p:cNvPr id="6" name="Espace réservé du pied de page 5">
            <a:extLst>
              <a:ext uri="{FF2B5EF4-FFF2-40B4-BE49-F238E27FC236}">
                <a16:creationId xmlns:a16="http://schemas.microsoft.com/office/drawing/2014/main" id="{BC62906C-320F-4B5D-9C84-4F2B8ACBF8E0}"/>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5BA4ADDC-7251-4089-BAF1-3A0B93DD70F3}"/>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8" name="Rectangle 7">
            <a:extLst>
              <a:ext uri="{FF2B5EF4-FFF2-40B4-BE49-F238E27FC236}">
                <a16:creationId xmlns:a16="http://schemas.microsoft.com/office/drawing/2014/main" id="{4B4DDD5A-DEA7-4CD1-8D7A-AF3A6B240B1C}"/>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9" name="Image 8">
            <a:extLst>
              <a:ext uri="{FF2B5EF4-FFF2-40B4-BE49-F238E27FC236}">
                <a16:creationId xmlns:a16="http://schemas.microsoft.com/office/drawing/2014/main" id="{AD89B3DA-2FAE-490D-A4FC-F4E4E1FC5899}"/>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54C9F896-D6A0-4997-A045-99EB2D4FA30C}"/>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30708785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49ECDF-A604-443E-8A4F-EA05FFF6F8D2}"/>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E346E8B3-AC30-4A96-91CA-2F94780478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A9FEFE5B-5101-4D36-9F68-ECDECB2D20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77E3281-5E78-4495-93B6-1C292584C287}"/>
              </a:ext>
            </a:extLst>
          </p:cNvPr>
          <p:cNvSpPr>
            <a:spLocks noGrp="1"/>
          </p:cNvSpPr>
          <p:nvPr>
            <p:ph type="dt" sz="half" idx="10"/>
          </p:nvPr>
        </p:nvSpPr>
        <p:spPr/>
        <p:txBody>
          <a:bodyPr/>
          <a:lstStyle/>
          <a:p>
            <a:fld id="{4E2CB3C4-D721-4A49-A7A3-5AED191ECCD4}" type="datetime1">
              <a:rPr lang="fr-CA" smtClean="0"/>
              <a:t>2026-09-22</a:t>
            </a:fld>
            <a:endParaRPr lang="fr-CA"/>
          </a:p>
        </p:txBody>
      </p:sp>
      <p:sp>
        <p:nvSpPr>
          <p:cNvPr id="6" name="Espace réservé du pied de page 5">
            <a:extLst>
              <a:ext uri="{FF2B5EF4-FFF2-40B4-BE49-F238E27FC236}">
                <a16:creationId xmlns:a16="http://schemas.microsoft.com/office/drawing/2014/main" id="{E16C1F57-F6DF-4568-B538-E07867004044}"/>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A456E195-F0F6-4CCC-AF5E-D024B7D3D758}"/>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8" name="Rectangle 7">
            <a:extLst>
              <a:ext uri="{FF2B5EF4-FFF2-40B4-BE49-F238E27FC236}">
                <a16:creationId xmlns:a16="http://schemas.microsoft.com/office/drawing/2014/main" id="{656C7529-1657-4E25-B7AA-C3903B6AE45F}"/>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9" name="Image 8">
            <a:extLst>
              <a:ext uri="{FF2B5EF4-FFF2-40B4-BE49-F238E27FC236}">
                <a16:creationId xmlns:a16="http://schemas.microsoft.com/office/drawing/2014/main" id="{C01413F5-9437-488A-B736-A631EF2529A1}"/>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C5FB3474-7D12-4CF4-9943-98EE47AE6F85}"/>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31496834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5E406E-95F4-499A-BBE9-B9D97B562C93}"/>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90A157FC-67D7-4281-A18E-62948D66A19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44DBF626-1B08-4CB3-8602-7F9E2514A0EC}"/>
              </a:ext>
            </a:extLst>
          </p:cNvPr>
          <p:cNvSpPr>
            <a:spLocks noGrp="1"/>
          </p:cNvSpPr>
          <p:nvPr>
            <p:ph type="dt" sz="half" idx="10"/>
          </p:nvPr>
        </p:nvSpPr>
        <p:spPr/>
        <p:txBody>
          <a:bodyPr/>
          <a:lstStyle/>
          <a:p>
            <a:fld id="{A1068845-574F-4A39-9217-7572E8838CEC}" type="datetime1">
              <a:rPr lang="fr-CA" smtClean="0"/>
              <a:t>2026-09-22</a:t>
            </a:fld>
            <a:endParaRPr lang="fr-CA"/>
          </a:p>
        </p:txBody>
      </p:sp>
      <p:sp>
        <p:nvSpPr>
          <p:cNvPr id="5" name="Espace réservé du pied de page 4">
            <a:extLst>
              <a:ext uri="{FF2B5EF4-FFF2-40B4-BE49-F238E27FC236}">
                <a16:creationId xmlns:a16="http://schemas.microsoft.com/office/drawing/2014/main" id="{EB14F398-5C2F-49BD-8C4D-1D9D1EFD2A4F}"/>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15D41BFF-3D7A-4FDC-A6A5-3948EE9DD4B1}"/>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7" name="Rectangle 6">
            <a:extLst>
              <a:ext uri="{FF2B5EF4-FFF2-40B4-BE49-F238E27FC236}">
                <a16:creationId xmlns:a16="http://schemas.microsoft.com/office/drawing/2014/main" id="{19615985-F4BD-4105-A719-4A8F90123318}"/>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8" name="Image 7">
            <a:extLst>
              <a:ext uri="{FF2B5EF4-FFF2-40B4-BE49-F238E27FC236}">
                <a16:creationId xmlns:a16="http://schemas.microsoft.com/office/drawing/2014/main" id="{D810BD40-0F11-40A6-ADA5-84CA00EBD8F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C05E0136-25C9-41F6-987D-BA6FA2D7937D}"/>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11170830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1446C12-A80C-412A-9A11-679AF22FF059}"/>
              </a:ext>
            </a:extLst>
          </p:cNvPr>
          <p:cNvSpPr>
            <a:spLocks noGrp="1"/>
          </p:cNvSpPr>
          <p:nvPr>
            <p:ph type="title" orient="vert"/>
          </p:nvPr>
        </p:nvSpPr>
        <p:spPr>
          <a:xfrm>
            <a:off x="8724900" y="365125"/>
            <a:ext cx="2628900" cy="5811838"/>
          </a:xfrm>
          <a:prstGeom prst="rect">
            <a:avLst/>
          </a:prstGeom>
        </p:spPr>
        <p:txBody>
          <a:bodyPr vert="eaVert"/>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AD9A4679-A280-4B03-8A9F-E7D006F2D03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6596C72D-9CBF-4C48-B563-BC7D243ED56D}"/>
              </a:ext>
            </a:extLst>
          </p:cNvPr>
          <p:cNvSpPr>
            <a:spLocks noGrp="1"/>
          </p:cNvSpPr>
          <p:nvPr>
            <p:ph type="dt" sz="half" idx="10"/>
          </p:nvPr>
        </p:nvSpPr>
        <p:spPr/>
        <p:txBody>
          <a:bodyPr/>
          <a:lstStyle/>
          <a:p>
            <a:fld id="{09CBC5B7-CE7D-4A09-B93C-4EBB0CFF1E76}" type="datetime1">
              <a:rPr lang="fr-CA" smtClean="0"/>
              <a:t>2026-09-22</a:t>
            </a:fld>
            <a:endParaRPr lang="fr-CA"/>
          </a:p>
        </p:txBody>
      </p:sp>
      <p:sp>
        <p:nvSpPr>
          <p:cNvPr id="5" name="Espace réservé du pied de page 4">
            <a:extLst>
              <a:ext uri="{FF2B5EF4-FFF2-40B4-BE49-F238E27FC236}">
                <a16:creationId xmlns:a16="http://schemas.microsoft.com/office/drawing/2014/main" id="{480006D5-634E-4D99-A352-36C3A9A136CB}"/>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7F633BE9-F50C-4F57-BAA6-3D8F730A69C7}"/>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7" name="Rectangle 6">
            <a:extLst>
              <a:ext uri="{FF2B5EF4-FFF2-40B4-BE49-F238E27FC236}">
                <a16:creationId xmlns:a16="http://schemas.microsoft.com/office/drawing/2014/main" id="{D3C6842D-D75C-4675-BF79-E7AB15B5E720}"/>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8" name="Image 7">
            <a:extLst>
              <a:ext uri="{FF2B5EF4-FFF2-40B4-BE49-F238E27FC236}">
                <a16:creationId xmlns:a16="http://schemas.microsoft.com/office/drawing/2014/main" id="{FF97A3BA-7BFA-4CF2-BD72-D8589B5C6468}"/>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7C0059E3-14CD-433D-978F-883A1558973F}"/>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17105789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Page 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2652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34" Type="http://schemas.openxmlformats.org/officeDocument/2006/relationships/slideLayout" Target="../slideLayouts/slideLayout48.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slideLayout" Target="../slideLayouts/slideLayout43.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theme" Target="../theme/theme2.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slideLayout" Target="../slideLayouts/slideLayout45.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38400" y="582231"/>
            <a:ext cx="10915200" cy="992983"/>
          </a:xfrm>
          <a:prstGeom prst="rect">
            <a:avLst/>
          </a:prstGeom>
          <a:noFill/>
        </p:spPr>
        <p:txBody>
          <a:bodyPr vert="horz" lIns="91440" tIns="45720" rIns="91440" bIns="45720" rtlCol="0" anchor="ctr">
            <a:noAutofit/>
          </a:bodyPr>
          <a:lstStyle/>
          <a:p>
            <a:r>
              <a:rPr lang="fr-CA" noProof="0"/>
              <a:t>Cliquez pour modifier le style du titre</a:t>
            </a:r>
          </a:p>
        </p:txBody>
      </p:sp>
      <p:sp>
        <p:nvSpPr>
          <p:cNvPr id="3" name="Espace réservé du texte 2"/>
          <p:cNvSpPr>
            <a:spLocks noGrp="1"/>
          </p:cNvSpPr>
          <p:nvPr>
            <p:ph type="body" idx="1"/>
          </p:nvPr>
        </p:nvSpPr>
        <p:spPr>
          <a:xfrm>
            <a:off x="638400" y="1821452"/>
            <a:ext cx="10915200" cy="3897357"/>
          </a:xfrm>
          <a:prstGeom prst="rect">
            <a:avLst/>
          </a:prstGeom>
        </p:spPr>
        <p:txBody>
          <a:bodyPr vert="horz" lIns="91440" tIns="45720" rIns="91440" bIns="45720" rtlCol="0">
            <a:normAutofit/>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p>
        </p:txBody>
      </p:sp>
    </p:spTree>
    <p:extLst>
      <p:ext uri="{BB962C8B-B14F-4D97-AF65-F5344CB8AC3E}">
        <p14:creationId xmlns:p14="http://schemas.microsoft.com/office/powerpoint/2010/main" val="26797619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777" r:id="rId14"/>
  </p:sldLayoutIdLst>
  <p:hf hdr="0" ftr="0" dt="0"/>
  <p:txStyles>
    <p:titleStyle>
      <a:lvl1pPr algn="l" defTabSz="1097253" rtl="0" eaLnBrk="1" latinLnBrk="0" hangingPunct="1">
        <a:spcBef>
          <a:spcPct val="0"/>
        </a:spcBef>
        <a:buNone/>
        <a:defRPr sz="3120" b="1" i="0" kern="1200">
          <a:solidFill>
            <a:schemeClr val="accent2"/>
          </a:solidFill>
          <a:latin typeface="Visby Slab CF Demi Bold" pitchFamily="2" charset="77"/>
          <a:ea typeface="+mj-ea"/>
          <a:cs typeface="+mj-cs"/>
        </a:defRPr>
      </a:lvl1pPr>
    </p:titleStyle>
    <p:bodyStyle>
      <a:lvl1pPr marL="0" indent="0" algn="l" defTabSz="1097253" rtl="0" eaLnBrk="1" latinLnBrk="0" hangingPunct="1">
        <a:spcBef>
          <a:spcPct val="20000"/>
        </a:spcBef>
        <a:buClr>
          <a:schemeClr val="accent2"/>
        </a:buClr>
        <a:buSzPct val="125000"/>
        <a:buFont typeface="Arial" pitchFamily="34" charset="0"/>
        <a:buNone/>
        <a:defRPr sz="2004" b="0" i="0" kern="1200">
          <a:solidFill>
            <a:schemeClr val="tx1"/>
          </a:solidFill>
          <a:latin typeface="Visby CF" pitchFamily="2" charset="77"/>
          <a:ea typeface="+mn-ea"/>
          <a:cs typeface="+mn-cs"/>
        </a:defRPr>
      </a:lvl1pPr>
      <a:lvl2pPr marL="544306"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2pPr>
      <a:lvl3pPr marL="902857"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3pPr>
      <a:lvl4pPr marL="1257089"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4pPr>
      <a:lvl5pPr marL="1615640"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5pPr>
      <a:lvl6pPr marL="3017445"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071"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697"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323"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253" rtl="0" eaLnBrk="1" latinLnBrk="0" hangingPunct="1">
        <a:defRPr sz="2160" kern="1200">
          <a:solidFill>
            <a:schemeClr val="tx1"/>
          </a:solidFill>
          <a:latin typeface="+mn-lt"/>
          <a:ea typeface="+mn-ea"/>
          <a:cs typeface="+mn-cs"/>
        </a:defRPr>
      </a:lvl1pPr>
      <a:lvl2pPr marL="548626" algn="l" defTabSz="1097253" rtl="0" eaLnBrk="1" latinLnBrk="0" hangingPunct="1">
        <a:defRPr sz="2160" kern="1200">
          <a:solidFill>
            <a:schemeClr val="tx1"/>
          </a:solidFill>
          <a:latin typeface="+mn-lt"/>
          <a:ea typeface="+mn-ea"/>
          <a:cs typeface="+mn-cs"/>
        </a:defRPr>
      </a:lvl2pPr>
      <a:lvl3pPr marL="1097253" algn="l" defTabSz="1097253" rtl="0" eaLnBrk="1" latinLnBrk="0" hangingPunct="1">
        <a:defRPr sz="2160" kern="1200">
          <a:solidFill>
            <a:schemeClr val="tx1"/>
          </a:solidFill>
          <a:latin typeface="+mn-lt"/>
          <a:ea typeface="+mn-ea"/>
          <a:cs typeface="+mn-cs"/>
        </a:defRPr>
      </a:lvl3pPr>
      <a:lvl4pPr marL="1645879" algn="l" defTabSz="1097253" rtl="0" eaLnBrk="1" latinLnBrk="0" hangingPunct="1">
        <a:defRPr sz="2160" kern="1200">
          <a:solidFill>
            <a:schemeClr val="tx1"/>
          </a:solidFill>
          <a:latin typeface="+mn-lt"/>
          <a:ea typeface="+mn-ea"/>
          <a:cs typeface="+mn-cs"/>
        </a:defRPr>
      </a:lvl4pPr>
      <a:lvl5pPr marL="2194505" algn="l" defTabSz="1097253" rtl="0" eaLnBrk="1" latinLnBrk="0" hangingPunct="1">
        <a:defRPr sz="2160" kern="1200">
          <a:solidFill>
            <a:schemeClr val="tx1"/>
          </a:solidFill>
          <a:latin typeface="+mn-lt"/>
          <a:ea typeface="+mn-ea"/>
          <a:cs typeface="+mn-cs"/>
        </a:defRPr>
      </a:lvl5pPr>
      <a:lvl6pPr marL="2743131" algn="l" defTabSz="1097253" rtl="0" eaLnBrk="1" latinLnBrk="0" hangingPunct="1">
        <a:defRPr sz="2160" kern="1200">
          <a:solidFill>
            <a:schemeClr val="tx1"/>
          </a:solidFill>
          <a:latin typeface="+mn-lt"/>
          <a:ea typeface="+mn-ea"/>
          <a:cs typeface="+mn-cs"/>
        </a:defRPr>
      </a:lvl6pPr>
      <a:lvl7pPr marL="3291758" algn="l" defTabSz="1097253" rtl="0" eaLnBrk="1" latinLnBrk="0" hangingPunct="1">
        <a:defRPr sz="2160" kern="1200">
          <a:solidFill>
            <a:schemeClr val="tx1"/>
          </a:solidFill>
          <a:latin typeface="+mn-lt"/>
          <a:ea typeface="+mn-ea"/>
          <a:cs typeface="+mn-cs"/>
        </a:defRPr>
      </a:lvl7pPr>
      <a:lvl8pPr marL="3840384" algn="l" defTabSz="1097253" rtl="0" eaLnBrk="1" latinLnBrk="0" hangingPunct="1">
        <a:defRPr sz="2160" kern="1200">
          <a:solidFill>
            <a:schemeClr val="tx1"/>
          </a:solidFill>
          <a:latin typeface="+mn-lt"/>
          <a:ea typeface="+mn-ea"/>
          <a:cs typeface="+mn-cs"/>
        </a:defRPr>
      </a:lvl8pPr>
      <a:lvl9pPr marL="4389010" algn="l" defTabSz="1097253"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633FE462-E973-4630-85F5-AD42936CEE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3D377AAD-50B2-4339-8EAF-D393C19B01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tint val="75000"/>
                  </a:schemeClr>
                </a:solidFill>
                <a:latin typeface="Visby CF Light" pitchFamily="50" charset="0"/>
              </a:defRPr>
            </a:lvl1pPr>
          </a:lstStyle>
          <a:p>
            <a:fld id="{654C6E13-401B-4F3B-802C-5626CA646EED}" type="datetime1">
              <a:rPr lang="fr-CA" smtClean="0"/>
              <a:pPr/>
              <a:t>2026-09-22</a:t>
            </a:fld>
            <a:endParaRPr lang="fr-CA"/>
          </a:p>
        </p:txBody>
      </p:sp>
      <p:sp>
        <p:nvSpPr>
          <p:cNvPr id="5" name="Espace réservé du pied de page 4">
            <a:extLst>
              <a:ext uri="{FF2B5EF4-FFF2-40B4-BE49-F238E27FC236}">
                <a16:creationId xmlns:a16="http://schemas.microsoft.com/office/drawing/2014/main" id="{63DCBB9F-2F1C-41F3-B42D-E004B4DDBB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Visby CF Light" pitchFamily="50" charset="0"/>
              </a:defRPr>
            </a:lvl1pPr>
          </a:lstStyle>
          <a:p>
            <a:endParaRPr lang="fr-CA"/>
          </a:p>
        </p:txBody>
      </p:sp>
      <p:sp>
        <p:nvSpPr>
          <p:cNvPr id="6" name="Espace réservé du numéro de diapositive 5">
            <a:extLst>
              <a:ext uri="{FF2B5EF4-FFF2-40B4-BE49-F238E27FC236}">
                <a16:creationId xmlns:a16="http://schemas.microsoft.com/office/drawing/2014/main" id="{700AFECF-C337-4A3F-A262-15E07FB176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Visby CF Light" pitchFamily="50" charset="0"/>
              </a:defRPr>
            </a:lvl1pPr>
          </a:lstStyle>
          <a:p>
            <a:fld id="{4162AF1F-2696-4F34-A7F3-E326E3C5B51E}" type="slidenum">
              <a:rPr lang="fr-CA" smtClean="0"/>
              <a:pPr/>
              <a:t>‹N°›</a:t>
            </a:fld>
            <a:endParaRPr lang="fr-CA"/>
          </a:p>
        </p:txBody>
      </p:sp>
      <p:sp>
        <p:nvSpPr>
          <p:cNvPr id="2" name="Espace réservé du titre 1">
            <a:extLst>
              <a:ext uri="{FF2B5EF4-FFF2-40B4-BE49-F238E27FC236}">
                <a16:creationId xmlns:a16="http://schemas.microsoft.com/office/drawing/2014/main" id="{3B779E69-6F38-4172-8DD2-568BC0636901}"/>
              </a:ext>
            </a:extLst>
          </p:cNvPr>
          <p:cNvSpPr>
            <a:spLocks noGrp="1"/>
          </p:cNvSpPr>
          <p:nvPr>
            <p:ph type="title"/>
          </p:nvPr>
        </p:nvSpPr>
        <p:spPr>
          <a:xfrm>
            <a:off x="888022" y="18255"/>
            <a:ext cx="11303976" cy="871665"/>
          </a:xfrm>
          <a:prstGeom prst="rect">
            <a:avLst/>
          </a:prstGeom>
        </p:spPr>
        <p:txBody>
          <a:bodyPr vert="horz" lIns="91440" tIns="45720" rIns="91440" bIns="45720" rtlCol="0" anchor="ctr">
            <a:normAutofit/>
          </a:bodyPr>
          <a:lstStyle/>
          <a:p>
            <a:r>
              <a:rPr lang="fr-FR"/>
              <a:t>Modifiez le style du titre</a:t>
            </a:r>
            <a:endParaRPr lang="fr-CA"/>
          </a:p>
        </p:txBody>
      </p:sp>
    </p:spTree>
    <p:extLst>
      <p:ext uri="{BB962C8B-B14F-4D97-AF65-F5344CB8AC3E}">
        <p14:creationId xmlns:p14="http://schemas.microsoft.com/office/powerpoint/2010/main" val="2180974558"/>
      </p:ext>
    </p:extLst>
  </p:cSld>
  <p:clrMap bg1="lt1" tx1="dk1" bg2="lt2" tx2="dk2" accent1="accent1" accent2="accent2" accent3="accent3" accent4="accent4" accent5="accent5" accent6="accent6" hlink="hlink" folHlink="folHlink"/>
  <p:sldLayoutIdLst>
    <p:sldLayoutId id="2147483724" r:id="rId1"/>
    <p:sldLayoutId id="2147483722" r:id="rId2"/>
    <p:sldLayoutId id="2147483723"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 id="2147483717" r:id="rId31"/>
    <p:sldLayoutId id="2147483718" r:id="rId32"/>
    <p:sldLayoutId id="2147483719" r:id="rId33"/>
    <p:sldLayoutId id="2147483720" r:id="rId34"/>
    <p:sldLayoutId id="2147483721" r:id="rId35"/>
  </p:sldLayoutIdLst>
  <p:hf hdr="0" ftr="0" dt="0"/>
  <p:txStyles>
    <p:titleStyle>
      <a:lvl1pPr marL="360363" indent="0" algn="l" defTabSz="914400" rtl="0" eaLnBrk="1" latinLnBrk="0" hangingPunct="1">
        <a:lnSpc>
          <a:spcPct val="90000"/>
        </a:lnSpc>
        <a:spcBef>
          <a:spcPct val="0"/>
        </a:spcBef>
        <a:buNone/>
        <a:tabLst/>
        <a:defRPr sz="3200" kern="1200">
          <a:solidFill>
            <a:schemeClr val="bg1"/>
          </a:solidFill>
          <a:latin typeface="Visby Slab CF Heavy" panose="00000A00000000000000" pitchFamily="50" charset="0"/>
          <a:ea typeface="+mj-ea"/>
          <a:cs typeface="+mj-cs"/>
        </a:defRPr>
      </a:lvl1pPr>
    </p:titleStyle>
    <p:bodyStyle>
      <a:lvl1pPr marL="228600" indent="-228600" algn="l" defTabSz="914400" rtl="0" eaLnBrk="1" latinLnBrk="0" hangingPunct="1">
        <a:lnSpc>
          <a:spcPct val="150000"/>
        </a:lnSpc>
        <a:spcBef>
          <a:spcPts val="0"/>
        </a:spcBef>
        <a:buClr>
          <a:srgbClr val="888B8D"/>
        </a:buClr>
        <a:buFont typeface="Wingdings" panose="05000000000000000000" pitchFamily="2" charset="2"/>
        <a:buChar char="§"/>
        <a:defRPr sz="2400" kern="1200">
          <a:solidFill>
            <a:schemeClr val="bg2">
              <a:lumMod val="25000"/>
            </a:schemeClr>
          </a:solidFill>
          <a:latin typeface="Visby CF" pitchFamily="50" charset="0"/>
          <a:ea typeface="+mn-ea"/>
          <a:cs typeface="Cordia New" panose="020B0304020202020204" pitchFamily="34" charset="-34"/>
        </a:defRPr>
      </a:lvl1pPr>
      <a:lvl2pPr marL="685800" indent="-228600" algn="l" defTabSz="914400" rtl="0" eaLnBrk="1" latinLnBrk="0" hangingPunct="1">
        <a:lnSpc>
          <a:spcPct val="150000"/>
        </a:lnSpc>
        <a:spcBef>
          <a:spcPts val="0"/>
        </a:spcBef>
        <a:buClr>
          <a:srgbClr val="888B8D"/>
        </a:buClr>
        <a:buFont typeface="Wingdings" panose="05000000000000000000" pitchFamily="2" charset="2"/>
        <a:buChar char="§"/>
        <a:defRPr sz="2000" kern="1200">
          <a:solidFill>
            <a:schemeClr val="bg2">
              <a:lumMod val="25000"/>
            </a:schemeClr>
          </a:solidFill>
          <a:latin typeface="Visby CF" pitchFamily="50" charset="0"/>
          <a:ea typeface="+mn-ea"/>
          <a:cs typeface="Cordia New" panose="020B0304020202020204" pitchFamily="34" charset="-34"/>
        </a:defRPr>
      </a:lvl2pPr>
      <a:lvl3pPr marL="1143000" indent="-228600" algn="l" defTabSz="914400" rtl="0" eaLnBrk="1" latinLnBrk="0" hangingPunct="1">
        <a:lnSpc>
          <a:spcPct val="150000"/>
        </a:lnSpc>
        <a:spcBef>
          <a:spcPts val="0"/>
        </a:spcBef>
        <a:buClr>
          <a:srgbClr val="888B8D"/>
        </a:buClr>
        <a:buFont typeface="Wingdings" panose="05000000000000000000" pitchFamily="2" charset="2"/>
        <a:buChar char="§"/>
        <a:defRPr sz="1800" kern="1200">
          <a:solidFill>
            <a:schemeClr val="bg2">
              <a:lumMod val="25000"/>
            </a:schemeClr>
          </a:solidFill>
          <a:latin typeface="Visby CF" pitchFamily="50" charset="0"/>
          <a:ea typeface="+mn-ea"/>
          <a:cs typeface="Cordia New" panose="020B0304020202020204" pitchFamily="34" charset="-34"/>
        </a:defRPr>
      </a:lvl3pPr>
      <a:lvl4pPr marL="16002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pitchFamily="50" charset="0"/>
          <a:ea typeface="+mn-ea"/>
          <a:cs typeface="Cordia New" panose="020B0304020202020204" pitchFamily="34" charset="-34"/>
        </a:defRPr>
      </a:lvl4pPr>
      <a:lvl5pPr marL="20574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pitchFamily="50" charset="0"/>
          <a:ea typeface="+mn-ea"/>
          <a:cs typeface="Cordia New" panose="020B0304020202020204"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diagramLayout" Target="../diagrams/layout1.xml"/><Relationship Id="rId18" Type="http://schemas.openxmlformats.org/officeDocument/2006/relationships/image" Target="../media/image11.png"/><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diagramData" Target="../diagrams/data1.xml"/><Relationship Id="rId17" Type="http://schemas.openxmlformats.org/officeDocument/2006/relationships/image" Target="../media/image10.png"/><Relationship Id="rId2" Type="http://schemas.openxmlformats.org/officeDocument/2006/relationships/tags" Target="../tags/tag14.xml"/><Relationship Id="rId16" Type="http://schemas.microsoft.com/office/2007/relationships/diagramDrawing" Target="../diagrams/drawing1.xml"/><Relationship Id="rId20" Type="http://schemas.openxmlformats.org/officeDocument/2006/relationships/image" Target="../media/image13.png"/><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notesSlide" Target="../notesSlides/notesSlide2.xml"/><Relationship Id="rId5" Type="http://schemas.openxmlformats.org/officeDocument/2006/relationships/tags" Target="../tags/tag17.xml"/><Relationship Id="rId15" Type="http://schemas.openxmlformats.org/officeDocument/2006/relationships/diagramColors" Target="../diagrams/colors1.xml"/><Relationship Id="rId10" Type="http://schemas.openxmlformats.org/officeDocument/2006/relationships/slideLayout" Target="../slideLayouts/slideLayout14.xml"/><Relationship Id="rId19" Type="http://schemas.openxmlformats.org/officeDocument/2006/relationships/image" Target="../media/image12.png"/><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23.xml"/><Relationship Id="rId1" Type="http://schemas.openxmlformats.org/officeDocument/2006/relationships/tags" Target="../tags/tag2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24.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27.xml"/><Relationship Id="rId7" Type="http://schemas.openxmlformats.org/officeDocument/2006/relationships/slideLayout" Target="../slideLayouts/slideLayout13.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31.xml"/></Relationships>
</file>

<file path=ppt/slides/_rels/slide7.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image" Target="../media/image15.svg"/><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image" Target="../media/image14.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notesSlide" Target="../notesSlides/notesSlide4.xml"/><Relationship Id="rId5" Type="http://schemas.openxmlformats.org/officeDocument/2006/relationships/tags" Target="../tags/tag36.xml"/><Relationship Id="rId10" Type="http://schemas.openxmlformats.org/officeDocument/2006/relationships/slideLayout" Target="../slideLayouts/slideLayout41.xml"/><Relationship Id="rId4" Type="http://schemas.openxmlformats.org/officeDocument/2006/relationships/tags" Target="../tags/tag35.xml"/><Relationship Id="rId9" Type="http://schemas.openxmlformats.org/officeDocument/2006/relationships/tags" Target="../tags/tag4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7.xml"/><Relationship Id="rId1" Type="http://schemas.openxmlformats.org/officeDocument/2006/relationships/tags" Target="../tags/tag41.xml"/></Relationships>
</file>

<file path=ppt/slides/_rels/slide9.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14.png"/><Relationship Id="rId5" Type="http://schemas.openxmlformats.org/officeDocument/2006/relationships/notesSlide" Target="../notesSlides/notesSlide6.xml"/><Relationship Id="rId4"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notesSlide" Target="../notesSlides/notesSlide7.xml"/><Relationship Id="rId5" Type="http://schemas.openxmlformats.org/officeDocument/2006/relationships/slideLayout" Target="../slideLayouts/slideLayout17.xml"/><Relationship Id="rId4" Type="http://schemas.openxmlformats.org/officeDocument/2006/relationships/tags" Target="../tags/tag48.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51.xml"/><Relationship Id="rId7" Type="http://schemas.openxmlformats.org/officeDocument/2006/relationships/image" Target="../media/image16.sv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Layout" Target="../slideLayouts/slideLayout25.xml"/><Relationship Id="rId5" Type="http://schemas.openxmlformats.org/officeDocument/2006/relationships/tags" Target="../tags/tag53.xml"/><Relationship Id="rId4" Type="http://schemas.openxmlformats.org/officeDocument/2006/relationships/tags" Target="../tags/tag52.xml"/></Relationships>
</file>

<file path=ppt/slides/_rels/slide12.xml.rels><?xml version="1.0" encoding="UTF-8" standalone="yes"?>
<Relationships xmlns="http://schemas.openxmlformats.org/package/2006/relationships"><Relationship Id="rId8" Type="http://schemas.openxmlformats.org/officeDocument/2006/relationships/hyperlink" Target="https://airtable.com/appM3YZr8rsRxS2B9/shrCUlSidNgoEpO2r" TargetMode="External"/><Relationship Id="rId3" Type="http://schemas.openxmlformats.org/officeDocument/2006/relationships/tags" Target="../tags/tag56.xml"/><Relationship Id="rId7" Type="http://schemas.openxmlformats.org/officeDocument/2006/relationships/slideLayout" Target="../slideLayouts/slideLayout25.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7.png"/><Relationship Id="rId5" Type="http://schemas.openxmlformats.org/officeDocument/2006/relationships/tags" Target="../tags/tag58.xml"/><Relationship Id="rId10" Type="http://schemas.openxmlformats.org/officeDocument/2006/relationships/image" Target="../media/image14.png"/><Relationship Id="rId4" Type="http://schemas.openxmlformats.org/officeDocument/2006/relationships/tags" Target="../tags/tag57.xml"/><Relationship Id="rId9" Type="http://schemas.openxmlformats.org/officeDocument/2006/relationships/image" Target="../media/image16.svg"/></Relationships>
</file>

<file path=ppt/slides/_rels/slide13.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image" Target="../media/image14.png"/><Relationship Id="rId4"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65.xml"/><Relationship Id="rId7" Type="http://schemas.openxmlformats.org/officeDocument/2006/relationships/notesSlide" Target="../notesSlides/notesSlide8.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Layout" Target="../slideLayouts/slideLayout25.xml"/><Relationship Id="rId5" Type="http://schemas.openxmlformats.org/officeDocument/2006/relationships/tags" Target="../tags/tag67.xml"/><Relationship Id="rId4" Type="http://schemas.openxmlformats.org/officeDocument/2006/relationships/tags" Target="../tags/tag66.xml"/><Relationship Id="rId9" Type="http://schemas.openxmlformats.org/officeDocument/2006/relationships/image" Target="../media/image16.sv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70.xml"/><Relationship Id="rId7" Type="http://schemas.openxmlformats.org/officeDocument/2006/relationships/image" Target="../media/image16.sv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notesSlide" Target="../notesSlides/notesSlide9.xml"/><Relationship Id="rId5" Type="http://schemas.openxmlformats.org/officeDocument/2006/relationships/slideLayout" Target="../slideLayouts/slideLayout25.xml"/><Relationship Id="rId4" Type="http://schemas.openxmlformats.org/officeDocument/2006/relationships/tags" Target="../tags/tag71.xml"/></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74.xml"/><Relationship Id="rId7" Type="http://schemas.openxmlformats.org/officeDocument/2006/relationships/image" Target="../media/image16.sv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notesSlide" Target="../notesSlides/notesSlide10.xml"/><Relationship Id="rId5" Type="http://schemas.openxmlformats.org/officeDocument/2006/relationships/slideLayout" Target="../slideLayouts/slideLayout25.xml"/><Relationship Id="rId4" Type="http://schemas.openxmlformats.org/officeDocument/2006/relationships/tags" Target="../tags/tag75.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78.xml"/><Relationship Id="rId7" Type="http://schemas.openxmlformats.org/officeDocument/2006/relationships/image" Target="../media/image16.svg"/><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notesSlide" Target="../notesSlides/notesSlide11.xml"/><Relationship Id="rId5" Type="http://schemas.openxmlformats.org/officeDocument/2006/relationships/slideLayout" Target="../slideLayouts/slideLayout25.xml"/><Relationship Id="rId4" Type="http://schemas.openxmlformats.org/officeDocument/2006/relationships/tags" Target="../tags/tag79.xml"/></Relationships>
</file>

<file path=ppt/slides/_rels/slide1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82.xml"/><Relationship Id="rId7" Type="http://schemas.openxmlformats.org/officeDocument/2006/relationships/image" Target="../media/image16.sv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notesSlide" Target="../notesSlides/notesSlide12.xml"/><Relationship Id="rId5" Type="http://schemas.openxmlformats.org/officeDocument/2006/relationships/slideLayout" Target="../slideLayouts/slideLayout25.xml"/><Relationship Id="rId4" Type="http://schemas.openxmlformats.org/officeDocument/2006/relationships/tags" Target="../tags/tag83.xml"/></Relationships>
</file>

<file path=ppt/slides/_rels/slide19.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86.xml"/><Relationship Id="rId7" Type="http://schemas.openxmlformats.org/officeDocument/2006/relationships/image" Target="../media/image14.pn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slideLayout" Target="../slideLayouts/slideLayout25.xml"/><Relationship Id="rId5" Type="http://schemas.openxmlformats.org/officeDocument/2006/relationships/tags" Target="../tags/tag88.xml"/><Relationship Id="rId4" Type="http://schemas.openxmlformats.org/officeDocument/2006/relationships/tags" Target="../tags/tag87.xml"/><Relationship Id="rId9" Type="http://schemas.openxmlformats.org/officeDocument/2006/relationships/image" Target="../media/image18.png"/></Relationships>
</file>

<file path=ppt/slides/_rels/slide20.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91.xml"/><Relationship Id="rId7" Type="http://schemas.openxmlformats.org/officeDocument/2006/relationships/notesSlide" Target="../notesSlides/notesSlide13.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slideLayout" Target="../slideLayouts/slideLayout25.xml"/><Relationship Id="rId5" Type="http://schemas.openxmlformats.org/officeDocument/2006/relationships/tags" Target="../tags/tag93.xml"/><Relationship Id="rId10" Type="http://schemas.openxmlformats.org/officeDocument/2006/relationships/image" Target="../media/image19.png"/><Relationship Id="rId4" Type="http://schemas.openxmlformats.org/officeDocument/2006/relationships/tags" Target="../tags/tag92.xml"/><Relationship Id="rId9" Type="http://schemas.openxmlformats.org/officeDocument/2006/relationships/image" Target="../media/image14.png"/></Relationships>
</file>

<file path=ppt/slides/_rels/slide21.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image" Target="../media/image19.png"/><Relationship Id="rId3" Type="http://schemas.openxmlformats.org/officeDocument/2006/relationships/tags" Target="../tags/tag96.xml"/><Relationship Id="rId7" Type="http://schemas.openxmlformats.org/officeDocument/2006/relationships/tags" Target="../tags/tag100.xml"/><Relationship Id="rId12" Type="http://schemas.openxmlformats.org/officeDocument/2006/relationships/image" Target="../media/image14.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media/image16.svg"/><Relationship Id="rId5" Type="http://schemas.openxmlformats.org/officeDocument/2006/relationships/tags" Target="../tags/tag98.xml"/><Relationship Id="rId15" Type="http://schemas.openxmlformats.org/officeDocument/2006/relationships/image" Target="../media/image21.png"/><Relationship Id="rId10" Type="http://schemas.openxmlformats.org/officeDocument/2006/relationships/notesSlide" Target="../notesSlides/notesSlide14.xml"/><Relationship Id="rId4" Type="http://schemas.openxmlformats.org/officeDocument/2006/relationships/tags" Target="../tags/tag97.xml"/><Relationship Id="rId9" Type="http://schemas.openxmlformats.org/officeDocument/2006/relationships/slideLayout" Target="../slideLayouts/slideLayout25.xml"/><Relationship Id="rId14" Type="http://schemas.openxmlformats.org/officeDocument/2006/relationships/image" Target="../media/image20.png"/></Relationships>
</file>

<file path=ppt/slides/_rels/slide22.xml.rels><?xml version="1.0" encoding="UTF-8" standalone="yes"?>
<Relationships xmlns="http://schemas.openxmlformats.org/package/2006/relationships"><Relationship Id="rId8" Type="http://schemas.openxmlformats.org/officeDocument/2006/relationships/tags" Target="../tags/tag109.xml"/><Relationship Id="rId13" Type="http://schemas.openxmlformats.org/officeDocument/2006/relationships/image" Target="../media/image19.png"/><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image" Target="../media/image14.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image" Target="../media/image16.svg"/><Relationship Id="rId5" Type="http://schemas.openxmlformats.org/officeDocument/2006/relationships/tags" Target="../tags/tag106.xml"/><Relationship Id="rId15" Type="http://schemas.openxmlformats.org/officeDocument/2006/relationships/image" Target="../media/image23.png"/><Relationship Id="rId10" Type="http://schemas.openxmlformats.org/officeDocument/2006/relationships/notesSlide" Target="../notesSlides/notesSlide15.xml"/><Relationship Id="rId4" Type="http://schemas.openxmlformats.org/officeDocument/2006/relationships/tags" Target="../tags/tag105.xml"/><Relationship Id="rId9" Type="http://schemas.openxmlformats.org/officeDocument/2006/relationships/slideLayout" Target="../slideLayouts/slideLayout25.xml"/><Relationship Id="rId1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tags" Target="../tags/tag112.xml"/><Relationship Id="rId7" Type="http://schemas.openxmlformats.org/officeDocument/2006/relationships/image" Target="../media/image24.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14.png"/><Relationship Id="rId5" Type="http://schemas.openxmlformats.org/officeDocument/2006/relationships/slideLayout" Target="../slideLayouts/slideLayout25.xml"/><Relationship Id="rId4" Type="http://schemas.openxmlformats.org/officeDocument/2006/relationships/tags" Target="../tags/tag113.xml"/></Relationships>
</file>

<file path=ppt/slides/_rels/slide24.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5" Type="http://schemas.openxmlformats.org/officeDocument/2006/relationships/image" Target="../media/image14.png"/><Relationship Id="rId4"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19.xml"/><Relationship Id="rId7" Type="http://schemas.openxmlformats.org/officeDocument/2006/relationships/notesSlide" Target="../notesSlides/notesSlide16.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slideLayout" Target="../slideLayouts/slideLayout25.xml"/><Relationship Id="rId5" Type="http://schemas.openxmlformats.org/officeDocument/2006/relationships/tags" Target="../tags/tag121.xml"/><Relationship Id="rId4" Type="http://schemas.openxmlformats.org/officeDocument/2006/relationships/tags" Target="../tags/tag120.xml"/><Relationship Id="rId9" Type="http://schemas.openxmlformats.org/officeDocument/2006/relationships/image" Target="../media/image16.svg"/></Relationships>
</file>

<file path=ppt/slides/_rels/slide26.xml.rels><?xml version="1.0" encoding="UTF-8" standalone="yes"?>
<Relationships xmlns="http://schemas.openxmlformats.org/package/2006/relationships"><Relationship Id="rId8" Type="http://schemas.openxmlformats.org/officeDocument/2006/relationships/tags" Target="../tags/tag129.xml"/><Relationship Id="rId3" Type="http://schemas.openxmlformats.org/officeDocument/2006/relationships/tags" Target="../tags/tag124.xml"/><Relationship Id="rId7" Type="http://schemas.openxmlformats.org/officeDocument/2006/relationships/tags" Target="../tags/tag128.xml"/><Relationship Id="rId12" Type="http://schemas.openxmlformats.org/officeDocument/2006/relationships/image" Target="../media/image14.png"/><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image" Target="../media/image16.svg"/><Relationship Id="rId5" Type="http://schemas.openxmlformats.org/officeDocument/2006/relationships/tags" Target="../tags/tag126.xml"/><Relationship Id="rId10" Type="http://schemas.openxmlformats.org/officeDocument/2006/relationships/notesSlide" Target="../notesSlides/notesSlide17.xml"/><Relationship Id="rId4" Type="http://schemas.openxmlformats.org/officeDocument/2006/relationships/tags" Target="../tags/tag125.xml"/><Relationship Id="rId9"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132.xml"/><Relationship Id="rId7" Type="http://schemas.openxmlformats.org/officeDocument/2006/relationships/image" Target="../media/image25.png"/><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slideLayout" Target="../slideLayouts/slideLayout25.xml"/><Relationship Id="rId5" Type="http://schemas.openxmlformats.org/officeDocument/2006/relationships/tags" Target="../tags/tag134.xml"/><Relationship Id="rId4" Type="http://schemas.openxmlformats.org/officeDocument/2006/relationships/tags" Target="../tags/tag133.xml"/><Relationship Id="rId9" Type="http://schemas.openxmlformats.org/officeDocument/2006/relationships/image" Target="../media/image14.png"/></Relationships>
</file>

<file path=ppt/slides/_rels/slide2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137.xml"/><Relationship Id="rId7" Type="http://schemas.openxmlformats.org/officeDocument/2006/relationships/image" Target="../media/image14.png"/><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slideLayout" Target="../slideLayouts/slideLayout25.xml"/><Relationship Id="rId5" Type="http://schemas.openxmlformats.org/officeDocument/2006/relationships/tags" Target="../tags/tag139.xml"/><Relationship Id="rId10" Type="http://schemas.openxmlformats.org/officeDocument/2006/relationships/image" Target="../media/image27.png"/><Relationship Id="rId4" Type="http://schemas.openxmlformats.org/officeDocument/2006/relationships/tags" Target="../tags/tag138.xml"/><Relationship Id="rId9" Type="http://schemas.openxmlformats.org/officeDocument/2006/relationships/image" Target="../media/image26.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18.xml"/><Relationship Id="rId3" Type="http://schemas.openxmlformats.org/officeDocument/2006/relationships/tags" Target="../tags/tag142.xml"/><Relationship Id="rId7" Type="http://schemas.openxmlformats.org/officeDocument/2006/relationships/slideLayout" Target="../slideLayouts/slideLayout25.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image" Target="../media/image16.svg"/><Relationship Id="rId5" Type="http://schemas.openxmlformats.org/officeDocument/2006/relationships/tags" Target="../tags/tag144.xml"/><Relationship Id="rId10" Type="http://schemas.openxmlformats.org/officeDocument/2006/relationships/image" Target="../media/image14.png"/><Relationship Id="rId4" Type="http://schemas.openxmlformats.org/officeDocument/2006/relationships/tags" Target="../tags/tag143.xml"/><Relationship Id="rId9" Type="http://schemas.openxmlformats.org/officeDocument/2006/relationships/image" Target="../media/image28.png"/></Relationships>
</file>

<file path=ppt/slides/_rels/slide3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48.xml"/><Relationship Id="rId7" Type="http://schemas.openxmlformats.org/officeDocument/2006/relationships/image" Target="../media/image16.svg"/><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notesSlide" Target="../notesSlides/notesSlide19.xml"/><Relationship Id="rId5" Type="http://schemas.openxmlformats.org/officeDocument/2006/relationships/slideLayout" Target="../slideLayouts/slideLayout25.xml"/><Relationship Id="rId4" Type="http://schemas.openxmlformats.org/officeDocument/2006/relationships/tags" Target="../tags/tag149.xml"/></Relationships>
</file>

<file path=ppt/slides/_rels/slide31.xml.rels><?xml version="1.0" encoding="UTF-8" standalone="yes"?>
<Relationships xmlns="http://schemas.openxmlformats.org/package/2006/relationships"><Relationship Id="rId3" Type="http://schemas.openxmlformats.org/officeDocument/2006/relationships/tags" Target="../tags/tag152.xml"/><Relationship Id="rId7" Type="http://schemas.openxmlformats.org/officeDocument/2006/relationships/image" Target="../media/image14.pn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image" Target="../media/image16.svg"/><Relationship Id="rId5" Type="http://schemas.openxmlformats.org/officeDocument/2006/relationships/slideLayout" Target="../slideLayouts/slideLayout25.xml"/><Relationship Id="rId4" Type="http://schemas.openxmlformats.org/officeDocument/2006/relationships/tags" Target="../tags/tag153.xml"/></Relationships>
</file>

<file path=ppt/slides/_rels/slide3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156.xml"/><Relationship Id="rId7" Type="http://schemas.openxmlformats.org/officeDocument/2006/relationships/image" Target="../media/image14.png"/><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notesSlide" Target="../notesSlides/notesSlide20.xml"/><Relationship Id="rId5" Type="http://schemas.openxmlformats.org/officeDocument/2006/relationships/slideLayout" Target="../slideLayouts/slideLayout25.xml"/><Relationship Id="rId4" Type="http://schemas.openxmlformats.org/officeDocument/2006/relationships/tags" Target="../tags/tag157.xml"/></Relationships>
</file>

<file path=ppt/slides/_rels/slide3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60.xml"/><Relationship Id="rId7" Type="http://schemas.openxmlformats.org/officeDocument/2006/relationships/notesSlide" Target="../notesSlides/notesSlide21.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slideLayout" Target="../slideLayouts/slideLayout25.xml"/><Relationship Id="rId5" Type="http://schemas.openxmlformats.org/officeDocument/2006/relationships/tags" Target="../tags/tag162.xml"/><Relationship Id="rId4" Type="http://schemas.openxmlformats.org/officeDocument/2006/relationships/tags" Target="../tags/tag161.xml"/><Relationship Id="rId9" Type="http://schemas.openxmlformats.org/officeDocument/2006/relationships/image" Target="../media/image16.svg"/></Relationships>
</file>

<file path=ppt/slides/_rels/slide3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65.xml"/><Relationship Id="rId7" Type="http://schemas.openxmlformats.org/officeDocument/2006/relationships/notesSlide" Target="../notesSlides/notesSlide22.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slideLayout" Target="../slideLayouts/slideLayout25.xml"/><Relationship Id="rId5" Type="http://schemas.openxmlformats.org/officeDocument/2006/relationships/tags" Target="../tags/tag167.xml"/><Relationship Id="rId10" Type="http://schemas.openxmlformats.org/officeDocument/2006/relationships/image" Target="../media/image29.png"/><Relationship Id="rId4" Type="http://schemas.openxmlformats.org/officeDocument/2006/relationships/tags" Target="../tags/tag166.xml"/><Relationship Id="rId9" Type="http://schemas.openxmlformats.org/officeDocument/2006/relationships/image" Target="../media/image16.svg"/></Relationships>
</file>

<file path=ppt/slides/_rels/slide35.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5" Type="http://schemas.openxmlformats.org/officeDocument/2006/relationships/image" Target="../media/image14.png"/><Relationship Id="rId4"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8" Type="http://schemas.openxmlformats.org/officeDocument/2006/relationships/tags" Target="../tags/tag181.xml"/><Relationship Id="rId13" Type="http://schemas.openxmlformats.org/officeDocument/2006/relationships/image" Target="../media/image16.svg"/><Relationship Id="rId3" Type="http://schemas.openxmlformats.org/officeDocument/2006/relationships/tags" Target="../tags/tag176.xml"/><Relationship Id="rId7" Type="http://schemas.openxmlformats.org/officeDocument/2006/relationships/tags" Target="../tags/tag180.xml"/><Relationship Id="rId12" Type="http://schemas.openxmlformats.org/officeDocument/2006/relationships/image" Target="../media/image14.png"/><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image" Target="../media/image30.png"/><Relationship Id="rId5" Type="http://schemas.openxmlformats.org/officeDocument/2006/relationships/tags" Target="../tags/tag178.xml"/><Relationship Id="rId10" Type="http://schemas.openxmlformats.org/officeDocument/2006/relationships/notesSlide" Target="../notesSlides/notesSlide23.xml"/><Relationship Id="rId4" Type="http://schemas.openxmlformats.org/officeDocument/2006/relationships/tags" Target="../tags/tag177.xml"/><Relationship Id="rId9" Type="http://schemas.openxmlformats.org/officeDocument/2006/relationships/slideLayout" Target="../slideLayouts/slideLayout25.xml"/><Relationship Id="rId14" Type="http://schemas.openxmlformats.org/officeDocument/2006/relationships/image" Target="../media/image31.svg"/></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184.xml"/><Relationship Id="rId7" Type="http://schemas.openxmlformats.org/officeDocument/2006/relationships/slideLayout" Target="../slideLayouts/slideLayout25.xml"/><Relationship Id="rId12" Type="http://schemas.openxmlformats.org/officeDocument/2006/relationships/image" Target="../media/image32.svg"/><Relationship Id="rId2" Type="http://schemas.openxmlformats.org/officeDocument/2006/relationships/tags" Target="../tags/tag183.xml"/><Relationship Id="rId1" Type="http://schemas.openxmlformats.org/officeDocument/2006/relationships/tags" Target="../tags/tag182.xml"/><Relationship Id="rId6" Type="http://schemas.openxmlformats.org/officeDocument/2006/relationships/tags" Target="../tags/tag187.xml"/><Relationship Id="rId11" Type="http://schemas.openxmlformats.org/officeDocument/2006/relationships/image" Target="../media/image29.png"/><Relationship Id="rId5" Type="http://schemas.openxmlformats.org/officeDocument/2006/relationships/tags" Target="../tags/tag186.xml"/><Relationship Id="rId10" Type="http://schemas.openxmlformats.org/officeDocument/2006/relationships/image" Target="../media/image16.svg"/><Relationship Id="rId4" Type="http://schemas.openxmlformats.org/officeDocument/2006/relationships/tags" Target="../tags/tag185.xml"/><Relationship Id="rId9"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image" Target="../media/image16.svg"/><Relationship Id="rId5" Type="http://schemas.openxmlformats.org/officeDocument/2006/relationships/image" Target="../media/image14.png"/><Relationship Id="rId4"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8" Type="http://schemas.openxmlformats.org/officeDocument/2006/relationships/tags" Target="../tags/tag198.xml"/><Relationship Id="rId3" Type="http://schemas.openxmlformats.org/officeDocument/2006/relationships/tags" Target="../tags/tag193.xml"/><Relationship Id="rId7" Type="http://schemas.openxmlformats.org/officeDocument/2006/relationships/tags" Target="../tags/tag197.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tags" Target="../tags/tag196.xml"/><Relationship Id="rId11" Type="http://schemas.openxmlformats.org/officeDocument/2006/relationships/image" Target="../media/image14.png"/><Relationship Id="rId5" Type="http://schemas.openxmlformats.org/officeDocument/2006/relationships/tags" Target="../tags/tag195.xml"/><Relationship Id="rId10" Type="http://schemas.openxmlformats.org/officeDocument/2006/relationships/notesSlide" Target="../notesSlides/notesSlide25.xml"/><Relationship Id="rId4" Type="http://schemas.openxmlformats.org/officeDocument/2006/relationships/tags" Target="../tags/tag194.xml"/><Relationship Id="rId9"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7.xml"/><Relationship Id="rId1" Type="http://schemas.openxmlformats.org/officeDocument/2006/relationships/tags" Target="../tags/tag199.xml"/></Relationships>
</file>

<file path=ppt/slides/_rels/slide42.xml.rels><?xml version="1.0" encoding="UTF-8" standalone="yes"?>
<Relationships xmlns="http://schemas.openxmlformats.org/package/2006/relationships"><Relationship Id="rId8" Type="http://schemas.openxmlformats.org/officeDocument/2006/relationships/tags" Target="../tags/tag207.xml"/><Relationship Id="rId3" Type="http://schemas.openxmlformats.org/officeDocument/2006/relationships/tags" Target="../tags/tag202.xml"/><Relationship Id="rId7" Type="http://schemas.openxmlformats.org/officeDocument/2006/relationships/tags" Target="../tags/tag206.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tags" Target="../tags/tag205.xml"/><Relationship Id="rId5" Type="http://schemas.openxmlformats.org/officeDocument/2006/relationships/tags" Target="../tags/tag204.xml"/><Relationship Id="rId10" Type="http://schemas.openxmlformats.org/officeDocument/2006/relationships/image" Target="../media/image14.png"/><Relationship Id="rId4" Type="http://schemas.openxmlformats.org/officeDocument/2006/relationships/tags" Target="../tags/tag203.xml"/><Relationship Id="rId9"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8" Type="http://schemas.openxmlformats.org/officeDocument/2006/relationships/tags" Target="../tags/tag215.xml"/><Relationship Id="rId3" Type="http://schemas.openxmlformats.org/officeDocument/2006/relationships/tags" Target="../tags/tag210.xml"/><Relationship Id="rId7" Type="http://schemas.openxmlformats.org/officeDocument/2006/relationships/tags" Target="../tags/tag214.xml"/><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tags" Target="../tags/tag213.xml"/><Relationship Id="rId5" Type="http://schemas.openxmlformats.org/officeDocument/2006/relationships/tags" Target="../tags/tag212.xml"/><Relationship Id="rId10" Type="http://schemas.openxmlformats.org/officeDocument/2006/relationships/image" Target="../media/image14.png"/><Relationship Id="rId4" Type="http://schemas.openxmlformats.org/officeDocument/2006/relationships/tags" Target="../tags/tag211.xml"/><Relationship Id="rId9"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8" Type="http://schemas.openxmlformats.org/officeDocument/2006/relationships/tags" Target="../tags/tag223.xml"/><Relationship Id="rId3" Type="http://schemas.openxmlformats.org/officeDocument/2006/relationships/tags" Target="../tags/tag218.xml"/><Relationship Id="rId7" Type="http://schemas.openxmlformats.org/officeDocument/2006/relationships/tags" Target="../tags/tag222.xml"/><Relationship Id="rId12" Type="http://schemas.openxmlformats.org/officeDocument/2006/relationships/image" Target="../media/image33.png"/><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tags" Target="../tags/tag221.xml"/><Relationship Id="rId11" Type="http://schemas.openxmlformats.org/officeDocument/2006/relationships/image" Target="../media/image14.png"/><Relationship Id="rId5" Type="http://schemas.openxmlformats.org/officeDocument/2006/relationships/tags" Target="../tags/tag220.xml"/><Relationship Id="rId10" Type="http://schemas.openxmlformats.org/officeDocument/2006/relationships/slideLayout" Target="../slideLayouts/slideLayout25.xml"/><Relationship Id="rId4" Type="http://schemas.openxmlformats.org/officeDocument/2006/relationships/tags" Target="../tags/tag219.xml"/><Relationship Id="rId9" Type="http://schemas.openxmlformats.org/officeDocument/2006/relationships/tags" Target="../tags/tag224.xml"/></Relationships>
</file>

<file path=ppt/slides/_rels/slide45.xml.rels><?xml version="1.0" encoding="UTF-8" standalone="yes"?>
<Relationships xmlns="http://schemas.openxmlformats.org/package/2006/relationships"><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image" Target="../media/image14.png"/><Relationship Id="rId5" Type="http://schemas.openxmlformats.org/officeDocument/2006/relationships/notesSlide" Target="../notesSlides/notesSlide27.xml"/><Relationship Id="rId4"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 Id="rId5" Type="http://schemas.openxmlformats.org/officeDocument/2006/relationships/image" Target="../media/image14.png"/><Relationship Id="rId4"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3" Type="http://schemas.openxmlformats.org/officeDocument/2006/relationships/tags" Target="../tags/tag233.xml"/><Relationship Id="rId7" Type="http://schemas.openxmlformats.org/officeDocument/2006/relationships/image" Target="../media/image16.svg"/><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image" Target="../media/image14.png"/><Relationship Id="rId5" Type="http://schemas.openxmlformats.org/officeDocument/2006/relationships/slideLayout" Target="../slideLayouts/slideLayout25.xml"/><Relationship Id="rId4" Type="http://schemas.openxmlformats.org/officeDocument/2006/relationships/tags" Target="../tags/tag234.xml"/></Relationships>
</file>

<file path=ppt/slides/_rels/slide48.xml.rels><?xml version="1.0" encoding="UTF-8" standalone="yes"?>
<Relationships xmlns="http://schemas.openxmlformats.org/package/2006/relationships"><Relationship Id="rId3" Type="http://schemas.openxmlformats.org/officeDocument/2006/relationships/tags" Target="../tags/tag237.xml"/><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image" Target="../media/image14.png"/><Relationship Id="rId5" Type="http://schemas.openxmlformats.org/officeDocument/2006/relationships/notesSlide" Target="../notesSlides/notesSlide28.xml"/><Relationship Id="rId4"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238.xml"/></Relationships>
</file>

<file path=ppt/slides/_rels/slide5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tags" Target="../tags/tag241.xml"/><Relationship Id="rId7" Type="http://schemas.openxmlformats.org/officeDocument/2006/relationships/image" Target="../media/image14.png"/><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notesSlide" Target="../notesSlides/notesSlide29.xml"/><Relationship Id="rId5" Type="http://schemas.openxmlformats.org/officeDocument/2006/relationships/slideLayout" Target="../slideLayouts/slideLayout26.xml"/><Relationship Id="rId4" Type="http://schemas.openxmlformats.org/officeDocument/2006/relationships/tags" Target="../tags/tag242.xml"/></Relationships>
</file>

<file path=ppt/slides/_rels/slide51.xml.rels><?xml version="1.0" encoding="UTF-8" standalone="yes"?>
<Relationships xmlns="http://schemas.openxmlformats.org/package/2006/relationships"><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 Id="rId5" Type="http://schemas.openxmlformats.org/officeDocument/2006/relationships/image" Target="../media/image14.png"/><Relationship Id="rId4"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8" Type="http://schemas.openxmlformats.org/officeDocument/2006/relationships/tags" Target="../tags/tag253.xml"/><Relationship Id="rId13" Type="http://schemas.openxmlformats.org/officeDocument/2006/relationships/image" Target="../media/image37.png"/><Relationship Id="rId3" Type="http://schemas.openxmlformats.org/officeDocument/2006/relationships/tags" Target="../tags/tag248.xml"/><Relationship Id="rId7" Type="http://schemas.openxmlformats.org/officeDocument/2006/relationships/tags" Target="../tags/tag252.xml"/><Relationship Id="rId12" Type="http://schemas.openxmlformats.org/officeDocument/2006/relationships/image" Target="../media/image36.png"/><Relationship Id="rId2" Type="http://schemas.openxmlformats.org/officeDocument/2006/relationships/tags" Target="../tags/tag247.xml"/><Relationship Id="rId1" Type="http://schemas.openxmlformats.org/officeDocument/2006/relationships/tags" Target="../tags/tag246.xml"/><Relationship Id="rId6" Type="http://schemas.openxmlformats.org/officeDocument/2006/relationships/tags" Target="../tags/tag251.xml"/><Relationship Id="rId11" Type="http://schemas.openxmlformats.org/officeDocument/2006/relationships/image" Target="../media/image35.png"/><Relationship Id="rId5" Type="http://schemas.openxmlformats.org/officeDocument/2006/relationships/tags" Target="../tags/tag250.xml"/><Relationship Id="rId15" Type="http://schemas.openxmlformats.org/officeDocument/2006/relationships/image" Target="../media/image16.svg"/><Relationship Id="rId10" Type="http://schemas.openxmlformats.org/officeDocument/2006/relationships/slideLayout" Target="../slideLayouts/slideLayout26.xml"/><Relationship Id="rId4" Type="http://schemas.openxmlformats.org/officeDocument/2006/relationships/tags" Target="../tags/tag249.xml"/><Relationship Id="rId9" Type="http://schemas.openxmlformats.org/officeDocument/2006/relationships/tags" Target="../tags/tag254.xml"/><Relationship Id="rId14" Type="http://schemas.openxmlformats.org/officeDocument/2006/relationships/image" Target="../media/image1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255.xml"/></Relationships>
</file>

<file path=ppt/slides/_rels/slide54.xml.rels><?xml version="1.0" encoding="UTF-8" standalone="yes"?>
<Relationships xmlns="http://schemas.openxmlformats.org/package/2006/relationships"><Relationship Id="rId8" Type="http://schemas.openxmlformats.org/officeDocument/2006/relationships/tags" Target="../tags/tag263.xml"/><Relationship Id="rId3" Type="http://schemas.openxmlformats.org/officeDocument/2006/relationships/tags" Target="../tags/tag258.xml"/><Relationship Id="rId7" Type="http://schemas.openxmlformats.org/officeDocument/2006/relationships/tags" Target="../tags/tag262.xml"/><Relationship Id="rId12" Type="http://schemas.openxmlformats.org/officeDocument/2006/relationships/image" Target="../media/image38.png"/><Relationship Id="rId2" Type="http://schemas.openxmlformats.org/officeDocument/2006/relationships/tags" Target="../tags/tag257.xml"/><Relationship Id="rId1" Type="http://schemas.openxmlformats.org/officeDocument/2006/relationships/tags" Target="../tags/tag256.xml"/><Relationship Id="rId6" Type="http://schemas.openxmlformats.org/officeDocument/2006/relationships/tags" Target="../tags/tag261.xml"/><Relationship Id="rId11" Type="http://schemas.openxmlformats.org/officeDocument/2006/relationships/image" Target="../media/image14.png"/><Relationship Id="rId5" Type="http://schemas.openxmlformats.org/officeDocument/2006/relationships/tags" Target="../tags/tag260.xml"/><Relationship Id="rId10" Type="http://schemas.openxmlformats.org/officeDocument/2006/relationships/notesSlide" Target="../notesSlides/notesSlide30.xml"/><Relationship Id="rId4" Type="http://schemas.openxmlformats.org/officeDocument/2006/relationships/tags" Target="../tags/tag259.xml"/><Relationship Id="rId9"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 Id="rId5" Type="http://schemas.openxmlformats.org/officeDocument/2006/relationships/image" Target="../media/image14.png"/><Relationship Id="rId4"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 Id="rId5" Type="http://schemas.openxmlformats.org/officeDocument/2006/relationships/image" Target="../media/image14.png"/><Relationship Id="rId4"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8" Type="http://schemas.openxmlformats.org/officeDocument/2006/relationships/tags" Target="../tags/tag277.xml"/><Relationship Id="rId3" Type="http://schemas.openxmlformats.org/officeDocument/2006/relationships/tags" Target="../tags/tag272.xml"/><Relationship Id="rId7" Type="http://schemas.openxmlformats.org/officeDocument/2006/relationships/tags" Target="../tags/tag276.xml"/><Relationship Id="rId12" Type="http://schemas.openxmlformats.org/officeDocument/2006/relationships/image" Target="../media/image14.png"/><Relationship Id="rId2" Type="http://schemas.openxmlformats.org/officeDocument/2006/relationships/tags" Target="../tags/tag271.xml"/><Relationship Id="rId1" Type="http://schemas.openxmlformats.org/officeDocument/2006/relationships/tags" Target="../tags/tag270.xml"/><Relationship Id="rId6" Type="http://schemas.openxmlformats.org/officeDocument/2006/relationships/tags" Target="../tags/tag275.xml"/><Relationship Id="rId11" Type="http://schemas.openxmlformats.org/officeDocument/2006/relationships/image" Target="../media/image39.png"/><Relationship Id="rId5" Type="http://schemas.openxmlformats.org/officeDocument/2006/relationships/tags" Target="../tags/tag274.xml"/><Relationship Id="rId10" Type="http://schemas.openxmlformats.org/officeDocument/2006/relationships/slideLayout" Target="../slideLayouts/slideLayout29.xml"/><Relationship Id="rId4" Type="http://schemas.openxmlformats.org/officeDocument/2006/relationships/tags" Target="../tags/tag273.xml"/><Relationship Id="rId9" Type="http://schemas.openxmlformats.org/officeDocument/2006/relationships/tags" Target="../tags/tag278.xml"/></Relationships>
</file>

<file path=ppt/slides/_rels/slide58.xml.rels><?xml version="1.0" encoding="UTF-8" standalone="yes"?>
<Relationships xmlns="http://schemas.openxmlformats.org/package/2006/relationships"><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 Id="rId5" Type="http://schemas.openxmlformats.org/officeDocument/2006/relationships/image" Target="../media/image14.png"/><Relationship Id="rId4" Type="http://schemas.openxmlformats.org/officeDocument/2006/relationships/slideLayout" Target="../slideLayouts/slideLayout29.xml"/></Relationships>
</file>

<file path=ppt/slides/_rels/slide59.xml.rels><?xml version="1.0" encoding="UTF-8" standalone="yes"?>
<Relationships xmlns="http://schemas.openxmlformats.org/package/2006/relationships"><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image" Target="../media/image14.png"/><Relationship Id="rId5" Type="http://schemas.openxmlformats.org/officeDocument/2006/relationships/notesSlide" Target="../notesSlides/notesSlide31.xml"/><Relationship Id="rId4"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3CCD87F7-71BA-613A-1F27-C4655D256487}"/>
              </a:ext>
            </a:extLst>
          </p:cNvPr>
          <p:cNvSpPr>
            <a:spLocks noGrp="1"/>
          </p:cNvSpPr>
          <p:nvPr>
            <p:ph type="title"/>
            <p:custDataLst>
              <p:tags r:id="rId1"/>
            </p:custDataLst>
          </p:nvPr>
        </p:nvSpPr>
        <p:spPr>
          <a:xfrm>
            <a:off x="374537" y="2679397"/>
            <a:ext cx="6148811" cy="1565491"/>
          </a:xfrm>
          <a:noFill/>
        </p:spPr>
        <p:txBody>
          <a:bodyPr/>
          <a:lstStyle/>
          <a:p>
            <a:r>
              <a:rPr lang="fr-CA" sz="3200">
                <a:solidFill>
                  <a:schemeClr val="bg1"/>
                </a:solidFill>
              </a:rPr>
              <a:t>Mobiliser les</a:t>
            </a:r>
            <a:br>
              <a:rPr lang="fr-CA" sz="3200">
                <a:solidFill>
                  <a:schemeClr val="bg1"/>
                </a:solidFill>
              </a:rPr>
            </a:br>
            <a:r>
              <a:rPr lang="fr-CA" sz="3200">
                <a:solidFill>
                  <a:schemeClr val="bg1"/>
                </a:solidFill>
              </a:rPr>
              <a:t>technologies numériques 	</a:t>
            </a:r>
          </a:p>
        </p:txBody>
      </p:sp>
      <p:sp>
        <p:nvSpPr>
          <p:cNvPr id="9" name="Espace réservé du texte 8">
            <a:extLst>
              <a:ext uri="{FF2B5EF4-FFF2-40B4-BE49-F238E27FC236}">
                <a16:creationId xmlns:a16="http://schemas.microsoft.com/office/drawing/2014/main" id="{97A85CEF-B5A7-E1DA-683E-8BB20CA9FFD8}"/>
              </a:ext>
            </a:extLst>
          </p:cNvPr>
          <p:cNvSpPr>
            <a:spLocks noGrp="1"/>
          </p:cNvSpPr>
          <p:nvPr>
            <p:ph type="body" sz="quarter" idx="11"/>
            <p:custDataLst>
              <p:tags r:id="rId2"/>
            </p:custDataLst>
          </p:nvPr>
        </p:nvSpPr>
        <p:spPr>
          <a:xfrm>
            <a:off x="374538" y="4244888"/>
            <a:ext cx="2906545" cy="2317278"/>
          </a:xfrm>
        </p:spPr>
        <p:txBody>
          <a:bodyPr/>
          <a:lstStyle/>
          <a:p>
            <a:r>
              <a:rPr lang="fr-CA">
                <a:solidFill>
                  <a:schemeClr val="tx2"/>
                </a:solidFill>
              </a:rPr>
              <a:t>TECH 10701</a:t>
            </a:r>
          </a:p>
          <a:p>
            <a:endParaRPr lang="fr-CA">
              <a:solidFill>
                <a:schemeClr val="tx2"/>
              </a:solidFill>
            </a:endParaRPr>
          </a:p>
          <a:p>
            <a:r>
              <a:rPr lang="fr-CA" sz="2133">
                <a:solidFill>
                  <a:schemeClr val="tx2"/>
                </a:solidFill>
                <a:latin typeface="Visby CF" pitchFamily="50" charset="0"/>
              </a:rPr>
              <a:t>Développé par</a:t>
            </a:r>
            <a:br>
              <a:rPr lang="fr-CA" sz="2133">
                <a:solidFill>
                  <a:schemeClr val="tx2"/>
                </a:solidFill>
                <a:latin typeface="Visby CF" pitchFamily="50" charset="0"/>
              </a:rPr>
            </a:br>
            <a:r>
              <a:rPr lang="fr-CA" sz="2133">
                <a:solidFill>
                  <a:schemeClr val="tx2"/>
                </a:solidFill>
              </a:rPr>
              <a:t>Marie-Claude Trudel</a:t>
            </a:r>
          </a:p>
        </p:txBody>
      </p:sp>
    </p:spTree>
    <p:extLst>
      <p:ext uri="{BB962C8B-B14F-4D97-AF65-F5344CB8AC3E}">
        <p14:creationId xmlns:p14="http://schemas.microsoft.com/office/powerpoint/2010/main" val="2583274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43DC0-639A-D98A-2AFB-135A95034D0A}"/>
            </a:ext>
          </a:extLst>
        </p:cNvPr>
        <p:cNvGrpSpPr/>
        <p:nvPr/>
      </p:nvGrpSpPr>
      <p:grpSpPr>
        <a:xfrm>
          <a:off x="0" y="0"/>
          <a:ext cx="0" cy="0"/>
          <a:chOff x="0" y="0"/>
          <a:chExt cx="0" cy="0"/>
        </a:xfrm>
      </p:grpSpPr>
      <p:graphicFrame>
        <p:nvGraphicFramePr>
          <p:cNvPr id="43" name="Diagramme 42">
            <a:extLst>
              <a:ext uri="{FF2B5EF4-FFF2-40B4-BE49-F238E27FC236}">
                <a16:creationId xmlns:a16="http://schemas.microsoft.com/office/drawing/2014/main" id="{26904302-F745-49EB-F677-471CE4428612}"/>
              </a:ext>
            </a:extLst>
          </p:cNvPr>
          <p:cNvGraphicFramePr/>
          <p:nvPr>
            <p:custDataLst>
              <p:tags r:id="rId1"/>
            </p:custDataLst>
            <p:extLst>
              <p:ext uri="{D42A27DB-BD31-4B8C-83A1-F6EECF244321}">
                <p14:modId xmlns:p14="http://schemas.microsoft.com/office/powerpoint/2010/main" val="3200447185"/>
              </p:ext>
            </p:extLst>
          </p:nvPr>
        </p:nvGraphicFramePr>
        <p:xfrm>
          <a:off x="885340" y="291850"/>
          <a:ext cx="10442005" cy="625182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46" name="Image 45">
            <a:extLst>
              <a:ext uri="{FF2B5EF4-FFF2-40B4-BE49-F238E27FC236}">
                <a16:creationId xmlns:a16="http://schemas.microsoft.com/office/drawing/2014/main" id="{42B1A2F9-B707-67FA-8578-E497DFED55B1}"/>
              </a:ext>
            </a:extLst>
          </p:cNvPr>
          <p:cNvPicPr>
            <a:picLocks noChangeAspect="1"/>
          </p:cNvPicPr>
          <p:nvPr>
            <p:custDataLst>
              <p:tags r:id="rId2"/>
            </p:custDataLst>
          </p:nvPr>
        </p:nvPicPr>
        <p:blipFill>
          <a:blip r:embed="rId17"/>
          <a:stretch>
            <a:fillRect/>
          </a:stretch>
        </p:blipFill>
        <p:spPr>
          <a:xfrm>
            <a:off x="1188915" y="5899654"/>
            <a:ext cx="1024155" cy="375837"/>
          </a:xfrm>
          <a:prstGeom prst="rect">
            <a:avLst/>
          </a:prstGeom>
        </p:spPr>
      </p:pic>
      <p:pic>
        <p:nvPicPr>
          <p:cNvPr id="11" name="Image 10">
            <a:extLst>
              <a:ext uri="{FF2B5EF4-FFF2-40B4-BE49-F238E27FC236}">
                <a16:creationId xmlns:a16="http://schemas.microsoft.com/office/drawing/2014/main" id="{40ECD343-05B2-1A1B-B162-E91D8B89E047}"/>
              </a:ext>
            </a:extLst>
          </p:cNvPr>
          <p:cNvPicPr>
            <a:picLocks noChangeAspect="1"/>
          </p:cNvPicPr>
          <p:nvPr>
            <p:custDataLst>
              <p:tags r:id="rId3"/>
            </p:custDataLst>
          </p:nvPr>
        </p:nvPicPr>
        <p:blipFill>
          <a:blip r:embed="rId17"/>
          <a:stretch>
            <a:fillRect/>
          </a:stretch>
        </p:blipFill>
        <p:spPr>
          <a:xfrm>
            <a:off x="1056792" y="3905392"/>
            <a:ext cx="1024155" cy="375837"/>
          </a:xfrm>
          <a:prstGeom prst="rect">
            <a:avLst/>
          </a:prstGeom>
        </p:spPr>
      </p:pic>
      <p:pic>
        <p:nvPicPr>
          <p:cNvPr id="12" name="Image 11">
            <a:extLst>
              <a:ext uri="{FF2B5EF4-FFF2-40B4-BE49-F238E27FC236}">
                <a16:creationId xmlns:a16="http://schemas.microsoft.com/office/drawing/2014/main" id="{C0409095-C938-DCE8-5BD2-3E0B390CA953}"/>
              </a:ext>
            </a:extLst>
          </p:cNvPr>
          <p:cNvPicPr>
            <a:picLocks noChangeAspect="1"/>
          </p:cNvPicPr>
          <p:nvPr>
            <p:custDataLst>
              <p:tags r:id="rId4"/>
            </p:custDataLst>
          </p:nvPr>
        </p:nvPicPr>
        <p:blipFill>
          <a:blip r:embed="rId18">
            <a:alphaModFix amt="20000"/>
          </a:blip>
          <a:stretch>
            <a:fillRect/>
          </a:stretch>
        </p:blipFill>
        <p:spPr>
          <a:xfrm>
            <a:off x="11041594" y="395152"/>
            <a:ext cx="364490" cy="551742"/>
          </a:xfrm>
          <a:prstGeom prst="rect">
            <a:avLst/>
          </a:prstGeom>
        </p:spPr>
      </p:pic>
      <p:pic>
        <p:nvPicPr>
          <p:cNvPr id="13" name="Image 12">
            <a:extLst>
              <a:ext uri="{FF2B5EF4-FFF2-40B4-BE49-F238E27FC236}">
                <a16:creationId xmlns:a16="http://schemas.microsoft.com/office/drawing/2014/main" id="{54F19516-CBF9-B852-DF83-F60165B6865F}"/>
              </a:ext>
            </a:extLst>
          </p:cNvPr>
          <p:cNvPicPr>
            <a:picLocks noChangeAspect="1"/>
          </p:cNvPicPr>
          <p:nvPr>
            <p:custDataLst>
              <p:tags r:id="rId5"/>
            </p:custDataLst>
          </p:nvPr>
        </p:nvPicPr>
        <p:blipFill>
          <a:blip r:embed="rId19">
            <a:clrChange>
              <a:clrFrom>
                <a:srgbClr val="FFFFFF"/>
              </a:clrFrom>
              <a:clrTo>
                <a:srgbClr val="FFFFFF">
                  <a:alpha val="0"/>
                </a:srgbClr>
              </a:clrTo>
            </a:clrChange>
          </a:blip>
          <a:stretch>
            <a:fillRect/>
          </a:stretch>
        </p:blipFill>
        <p:spPr>
          <a:xfrm>
            <a:off x="2097158" y="3905392"/>
            <a:ext cx="200199" cy="528360"/>
          </a:xfrm>
          <a:prstGeom prst="rect">
            <a:avLst/>
          </a:prstGeom>
        </p:spPr>
      </p:pic>
      <p:pic>
        <p:nvPicPr>
          <p:cNvPr id="14" name="Image 13">
            <a:extLst>
              <a:ext uri="{FF2B5EF4-FFF2-40B4-BE49-F238E27FC236}">
                <a16:creationId xmlns:a16="http://schemas.microsoft.com/office/drawing/2014/main" id="{49BEC7AB-CE16-E1C4-AA6F-A47542D85CAC}"/>
              </a:ext>
            </a:extLst>
          </p:cNvPr>
          <p:cNvPicPr>
            <a:picLocks noChangeAspect="1"/>
          </p:cNvPicPr>
          <p:nvPr>
            <p:custDataLst>
              <p:tags r:id="rId6"/>
            </p:custDataLst>
          </p:nvPr>
        </p:nvPicPr>
        <p:blipFill>
          <a:blip r:embed="rId17">
            <a:alphaModFix amt="20000"/>
          </a:blip>
          <a:stretch>
            <a:fillRect/>
          </a:stretch>
        </p:blipFill>
        <p:spPr>
          <a:xfrm>
            <a:off x="10001227" y="395152"/>
            <a:ext cx="1024155" cy="375837"/>
          </a:xfrm>
          <a:prstGeom prst="rect">
            <a:avLst/>
          </a:prstGeom>
        </p:spPr>
      </p:pic>
      <p:pic>
        <p:nvPicPr>
          <p:cNvPr id="2" name="Image 1">
            <a:extLst>
              <a:ext uri="{FF2B5EF4-FFF2-40B4-BE49-F238E27FC236}">
                <a16:creationId xmlns:a16="http://schemas.microsoft.com/office/drawing/2014/main" id="{04CF309C-9D6A-D622-AA3B-3086CDC53706}"/>
              </a:ext>
            </a:extLst>
          </p:cNvPr>
          <p:cNvPicPr>
            <a:picLocks noChangeAspect="1"/>
          </p:cNvPicPr>
          <p:nvPr>
            <p:custDataLst>
              <p:tags r:id="rId7"/>
            </p:custDataLst>
          </p:nvPr>
        </p:nvPicPr>
        <p:blipFill>
          <a:blip r:embed="rId19">
            <a:clrChange>
              <a:clrFrom>
                <a:srgbClr val="FFFFFF"/>
              </a:clrFrom>
              <a:clrTo>
                <a:srgbClr val="FFFFFF">
                  <a:alpha val="0"/>
                </a:srgbClr>
              </a:clrTo>
            </a:clrChange>
          </a:blip>
          <a:stretch>
            <a:fillRect/>
          </a:stretch>
        </p:blipFill>
        <p:spPr>
          <a:xfrm>
            <a:off x="983327" y="5909626"/>
            <a:ext cx="200199" cy="528360"/>
          </a:xfrm>
          <a:prstGeom prst="rect">
            <a:avLst/>
          </a:prstGeom>
        </p:spPr>
      </p:pic>
      <p:pic>
        <p:nvPicPr>
          <p:cNvPr id="3" name="Image 2">
            <a:extLst>
              <a:ext uri="{FF2B5EF4-FFF2-40B4-BE49-F238E27FC236}">
                <a16:creationId xmlns:a16="http://schemas.microsoft.com/office/drawing/2014/main" id="{9DDF248B-3172-C118-CE49-14330C5293FC}"/>
              </a:ext>
            </a:extLst>
          </p:cNvPr>
          <p:cNvPicPr>
            <a:picLocks noChangeAspect="1"/>
          </p:cNvPicPr>
          <p:nvPr>
            <p:custDataLst>
              <p:tags r:id="rId8"/>
            </p:custDataLst>
          </p:nvPr>
        </p:nvPicPr>
        <p:blipFill>
          <a:blip r:embed="rId17"/>
          <a:stretch>
            <a:fillRect/>
          </a:stretch>
        </p:blipFill>
        <p:spPr>
          <a:xfrm>
            <a:off x="1249799" y="4467166"/>
            <a:ext cx="1024155" cy="375837"/>
          </a:xfrm>
          <a:prstGeom prst="rect">
            <a:avLst/>
          </a:prstGeom>
        </p:spPr>
      </p:pic>
      <p:pic>
        <p:nvPicPr>
          <p:cNvPr id="4" name="Image 3">
            <a:extLst>
              <a:ext uri="{FF2B5EF4-FFF2-40B4-BE49-F238E27FC236}">
                <a16:creationId xmlns:a16="http://schemas.microsoft.com/office/drawing/2014/main" id="{2554BD8E-87FE-9DC9-434A-6AD3A2783F06}"/>
              </a:ext>
            </a:extLst>
          </p:cNvPr>
          <p:cNvPicPr>
            <a:picLocks noChangeAspect="1"/>
          </p:cNvPicPr>
          <p:nvPr>
            <p:custDataLst>
              <p:tags r:id="rId9"/>
            </p:custDataLst>
          </p:nvPr>
        </p:nvPicPr>
        <p:blipFill>
          <a:blip r:embed="rId20">
            <a:extLst>
              <a:ext uri="{28A0092B-C50C-407E-A947-70E740481C1C}">
                <a14:useLocalDpi xmlns:a14="http://schemas.microsoft.com/office/drawing/2010/main" val="0"/>
              </a:ext>
            </a:extLst>
          </a:blip>
          <a:srcRect/>
          <a:stretch/>
        </p:blipFill>
        <p:spPr>
          <a:xfrm>
            <a:off x="826989" y="4467166"/>
            <a:ext cx="386852" cy="551741"/>
          </a:xfrm>
          <a:prstGeom prst="rect">
            <a:avLst/>
          </a:prstGeom>
        </p:spPr>
      </p:pic>
    </p:spTree>
    <p:extLst>
      <p:ext uri="{BB962C8B-B14F-4D97-AF65-F5344CB8AC3E}">
        <p14:creationId xmlns:p14="http://schemas.microsoft.com/office/powerpoint/2010/main" val="2745813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D5A3F3-591A-A9D1-3E78-DA43D37FD204}"/>
              </a:ext>
            </a:extLst>
          </p:cNvPr>
          <p:cNvSpPr>
            <a:spLocks noGrp="1"/>
          </p:cNvSpPr>
          <p:nvPr>
            <p:ph type="title"/>
            <p:custDataLst>
              <p:tags r:id="rId1"/>
            </p:custDataLst>
          </p:nvPr>
        </p:nvSpPr>
        <p:spPr/>
        <p:txBody>
          <a:bodyPr>
            <a:normAutofit fontScale="90000"/>
          </a:bodyPr>
          <a:lstStyle/>
          <a:p>
            <a:pPr marL="0"/>
            <a:r>
              <a:rPr kumimoji="0" lang="fr-CA" sz="3600" b="1" i="0" u="none" strike="noStrike" kern="1200" cap="none" spc="0" normalizeH="0" baseline="0" noProof="0">
                <a:ln>
                  <a:noFill/>
                </a:ln>
                <a:solidFill>
                  <a:srgbClr val="0D2C52"/>
                </a:solidFill>
                <a:effectLst/>
                <a:uLnTx/>
                <a:uFillTx/>
                <a:latin typeface="Visby Slab CF Bold" panose="00000800000000000000" pitchFamily="50" charset="0"/>
                <a:ea typeface="+mn-ea"/>
                <a:cs typeface="+mn-cs"/>
              </a:rPr>
              <a:t>L’utilisation des systèmes d’information : des requêtes simples et des enjeux de cybersécurité</a:t>
            </a:r>
          </a:p>
        </p:txBody>
      </p:sp>
      <p:sp>
        <p:nvSpPr>
          <p:cNvPr id="3" name="Espace réservé du texte 2">
            <a:extLst>
              <a:ext uri="{FF2B5EF4-FFF2-40B4-BE49-F238E27FC236}">
                <a16:creationId xmlns:a16="http://schemas.microsoft.com/office/drawing/2014/main" id="{A090DED5-DED2-9311-3E19-8AB97DF0EF76}"/>
              </a:ext>
            </a:extLst>
          </p:cNvPr>
          <p:cNvSpPr>
            <a:spLocks noGrp="1"/>
          </p:cNvSpPr>
          <p:nvPr>
            <p:ph type="body" sz="quarter" idx="10"/>
            <p:custDataLst>
              <p:tags r:id="rId2"/>
            </p:custDataLst>
          </p:nvPr>
        </p:nvSpPr>
        <p:spPr/>
        <p:txBody>
          <a:bodyPr/>
          <a:lstStyle/>
          <a:p>
            <a:r>
              <a:rPr lang="fr-CA"/>
              <a:t>Séance 5</a:t>
            </a:r>
          </a:p>
        </p:txBody>
      </p:sp>
    </p:spTree>
    <p:extLst>
      <p:ext uri="{BB962C8B-B14F-4D97-AF65-F5344CB8AC3E}">
        <p14:creationId xmlns:p14="http://schemas.microsoft.com/office/powerpoint/2010/main" val="2108319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E2F0E351-8AA6-9901-D332-F7D8FE92DA2D}"/>
              </a:ext>
            </a:extLst>
          </p:cNvPr>
          <p:cNvSpPr>
            <a:spLocks noGrp="1"/>
          </p:cNvSpPr>
          <p:nvPr>
            <p:ph type="body" sz="quarter" idx="10"/>
            <p:custDataLst>
              <p:tags r:id="rId1"/>
            </p:custDataLst>
          </p:nvPr>
        </p:nvSpPr>
        <p:spPr>
          <a:xfrm>
            <a:off x="1735138" y="1535017"/>
            <a:ext cx="9155112" cy="4994275"/>
          </a:xfrm>
        </p:spPr>
        <p:txBody>
          <a:bodyPr anchor="ctr"/>
          <a:lstStyle/>
          <a:p>
            <a:pPr marL="342900" indent="-342900"/>
            <a:r>
              <a:rPr lang="fr-FR" altLang="fr-FR" dirty="0"/>
              <a:t>Implémenter un modèle logique dans </a:t>
            </a:r>
            <a:r>
              <a:rPr lang="fr-FR" altLang="fr-FR" dirty="0" err="1"/>
              <a:t>Airtable</a:t>
            </a:r>
            <a:r>
              <a:rPr lang="fr-FR" altLang="fr-FR" dirty="0"/>
              <a:t> en créant les tables, les liens et les champs calculés</a:t>
            </a:r>
          </a:p>
          <a:p>
            <a:pPr marL="342900" indent="-342900"/>
            <a:r>
              <a:rPr lang="fr-FR" altLang="fr-FR" dirty="0"/>
              <a:t>Construire une application </a:t>
            </a:r>
            <a:r>
              <a:rPr lang="fr-FR" altLang="fr-FR" dirty="0" err="1"/>
              <a:t>Softr</a:t>
            </a:r>
            <a:r>
              <a:rPr lang="fr-FR" altLang="fr-FR" dirty="0"/>
              <a:t> reliée à </a:t>
            </a:r>
            <a:r>
              <a:rPr lang="fr-FR" altLang="fr-FR" dirty="0" err="1"/>
              <a:t>Airtable</a:t>
            </a:r>
            <a:r>
              <a:rPr lang="fr-FR" altLang="fr-FR" dirty="0"/>
              <a:t> pour saisir et consulter des données</a:t>
            </a:r>
          </a:p>
          <a:p>
            <a:pPr marL="342900" indent="-342900"/>
            <a:r>
              <a:rPr lang="fr-FR" altLang="fr-FR" dirty="0"/>
              <a:t>Expliquer les enjeux légaux et de sécurité liés aux données personnelles collectées dans le </a:t>
            </a:r>
            <a:r>
              <a:rPr lang="fr-FR" altLang="fr-FR"/>
              <a:t>système qu’on </a:t>
            </a:r>
            <a:r>
              <a:rPr lang="fr-FR" altLang="fr-FR" dirty="0"/>
              <a:t>vient de construire</a:t>
            </a:r>
          </a:p>
        </p:txBody>
      </p:sp>
    </p:spTree>
    <p:extLst>
      <p:ext uri="{BB962C8B-B14F-4D97-AF65-F5344CB8AC3E}">
        <p14:creationId xmlns:p14="http://schemas.microsoft.com/office/powerpoint/2010/main" val="423311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F9362C0-2829-ACDB-AA22-1283B013662D}"/>
              </a:ext>
            </a:extLst>
          </p:cNvPr>
          <p:cNvSpPr/>
          <p:nvPr>
            <p:custDataLst>
              <p:tags r:id="rId1"/>
            </p:custDataLst>
          </p:nvPr>
        </p:nvSpPr>
        <p:spPr>
          <a:xfrm>
            <a:off x="632589" y="1682684"/>
            <a:ext cx="2412000" cy="414686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120000" bIns="120000"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srgbClr val="FFFFFF"/>
                </a:solidFill>
                <a:effectLst/>
                <a:uLnTx/>
                <a:uFillTx/>
                <a:latin typeface="Visby CF Bold" pitchFamily="2" charset="77"/>
                <a:ea typeface="+mn-ea"/>
                <a:cs typeface="+mn-cs"/>
              </a:rPr>
              <a:t>Retours</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a:ln>
                <a:noFill/>
              </a:ln>
              <a:solidFill>
                <a:srgbClr val="FFFFFF"/>
              </a:solidFill>
              <a:effectLst/>
              <a:uLnTx/>
              <a:uFillTx/>
              <a:latin typeface="Visby CF" pitchFamily="2" charset="77"/>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fr-CA" sz="2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a:t>
            </a:r>
          </a:p>
        </p:txBody>
      </p:sp>
      <p:sp>
        <p:nvSpPr>
          <p:cNvPr id="13" name="Rectangle 12">
            <a:extLst>
              <a:ext uri="{FF2B5EF4-FFF2-40B4-BE49-F238E27FC236}">
                <a16:creationId xmlns:a16="http://schemas.microsoft.com/office/drawing/2014/main" id="{196C7B5C-9624-E32C-7A7E-C962357C05E1}"/>
              </a:ext>
            </a:extLst>
          </p:cNvPr>
          <p:cNvSpPr/>
          <p:nvPr>
            <p:custDataLst>
              <p:tags r:id="rId2"/>
            </p:custDataLst>
          </p:nvPr>
        </p:nvSpPr>
        <p:spPr>
          <a:xfrm>
            <a:off x="3470805" y="1682683"/>
            <a:ext cx="2412000" cy="4146868"/>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tIns="120000" bIns="120000"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srgbClr val="FFFFFF"/>
                </a:solidFill>
                <a:effectLst/>
                <a:uLnTx/>
                <a:uFillTx/>
                <a:latin typeface="Visby CF Bold" pitchFamily="2" charset="77"/>
                <a:ea typeface="+mn-ea"/>
                <a:cs typeface="+mn-cs"/>
              </a:rPr>
              <a:t>Assimilation		</a:t>
            </a:r>
          </a:p>
        </p:txBody>
      </p:sp>
      <p:sp>
        <p:nvSpPr>
          <p:cNvPr id="14" name="Rectangle 13">
            <a:extLst>
              <a:ext uri="{FF2B5EF4-FFF2-40B4-BE49-F238E27FC236}">
                <a16:creationId xmlns:a16="http://schemas.microsoft.com/office/drawing/2014/main" id="{FA6FB75D-3E61-AD34-6FFA-05ACFDE172AE}"/>
              </a:ext>
            </a:extLst>
          </p:cNvPr>
          <p:cNvSpPr/>
          <p:nvPr>
            <p:custDataLst>
              <p:tags r:id="rId3"/>
            </p:custDataLst>
          </p:nvPr>
        </p:nvSpPr>
        <p:spPr>
          <a:xfrm>
            <a:off x="6309021" y="1682686"/>
            <a:ext cx="2412000" cy="4146865"/>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tIns="120000" bIns="120000"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srgbClr val="FFFFFF"/>
                </a:solidFill>
                <a:effectLst/>
                <a:uLnTx/>
                <a:uFillTx/>
                <a:latin typeface="Visby CF Bold" pitchFamily="2" charset="77"/>
                <a:ea typeface="+mn-ea"/>
                <a:cs typeface="+mn-cs"/>
              </a:rPr>
              <a:t>Application</a:t>
            </a:r>
          </a:p>
        </p:txBody>
      </p:sp>
      <p:sp>
        <p:nvSpPr>
          <p:cNvPr id="3" name="Rectangle 2">
            <a:extLst>
              <a:ext uri="{FF2B5EF4-FFF2-40B4-BE49-F238E27FC236}">
                <a16:creationId xmlns:a16="http://schemas.microsoft.com/office/drawing/2014/main" id="{BBF1055A-20CF-0B6B-D89D-9652A2A30790}"/>
              </a:ext>
            </a:extLst>
          </p:cNvPr>
          <p:cNvSpPr/>
          <p:nvPr>
            <p:custDataLst>
              <p:tags r:id="rId4"/>
            </p:custDataLst>
          </p:nvPr>
        </p:nvSpPr>
        <p:spPr>
          <a:xfrm>
            <a:off x="9147238" y="1682683"/>
            <a:ext cx="2412000" cy="4146865"/>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tIns="120000" bIns="120000"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srgbClr val="FFFFFF"/>
                </a:solidFill>
                <a:effectLst/>
                <a:uLnTx/>
                <a:uFillTx/>
                <a:latin typeface="Visby CF Bold" pitchFamily="2" charset="77"/>
                <a:ea typeface="+mn-ea"/>
                <a:cs typeface="+mn-cs"/>
              </a:rPr>
              <a:t>Synthèse</a:t>
            </a:r>
          </a:p>
        </p:txBody>
      </p:sp>
      <p:grpSp>
        <p:nvGrpSpPr>
          <p:cNvPr id="15" name="Groupe 14">
            <a:extLst>
              <a:ext uri="{FF2B5EF4-FFF2-40B4-BE49-F238E27FC236}">
                <a16:creationId xmlns:a16="http://schemas.microsoft.com/office/drawing/2014/main" id="{966AC80C-BE47-1E26-7AFA-3454B7C7F419}"/>
              </a:ext>
            </a:extLst>
          </p:cNvPr>
          <p:cNvGrpSpPr/>
          <p:nvPr>
            <p:custDataLst>
              <p:tags r:id="rId5"/>
            </p:custDataLst>
          </p:nvPr>
        </p:nvGrpSpPr>
        <p:grpSpPr>
          <a:xfrm>
            <a:off x="2450968" y="4817097"/>
            <a:ext cx="9108442" cy="358219"/>
            <a:chOff x="2450968" y="4817097"/>
            <a:chExt cx="9108442" cy="358219"/>
          </a:xfrm>
        </p:grpSpPr>
        <p:sp>
          <p:nvSpPr>
            <p:cNvPr id="16" name="Rectangle 15">
              <a:extLst>
                <a:ext uri="{FF2B5EF4-FFF2-40B4-BE49-F238E27FC236}">
                  <a16:creationId xmlns:a16="http://schemas.microsoft.com/office/drawing/2014/main" id="{04339CBF-4B9B-87B6-225F-8AD007CBC3C3}"/>
                </a:ext>
              </a:extLst>
            </p:cNvPr>
            <p:cNvSpPr/>
            <p:nvPr/>
          </p:nvSpPr>
          <p:spPr>
            <a:xfrm>
              <a:off x="2450969" y="4817097"/>
              <a:ext cx="9108441" cy="358219"/>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2CD54A37-571F-664D-CD64-67C1D3BB6BE1}"/>
                </a:ext>
              </a:extLst>
            </p:cNvPr>
            <p:cNvSpPr/>
            <p:nvPr/>
          </p:nvSpPr>
          <p:spPr>
            <a:xfrm>
              <a:off x="2450968" y="4817097"/>
              <a:ext cx="381065" cy="358219"/>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2" name="Title 1">
            <a:extLst>
              <a:ext uri="{FF2B5EF4-FFF2-40B4-BE49-F238E27FC236}">
                <a16:creationId xmlns:a16="http://schemas.microsoft.com/office/drawing/2014/main" id="{54660ED4-0EF0-C337-B774-2C8748F714B7}"/>
              </a:ext>
            </a:extLst>
          </p:cNvPr>
          <p:cNvSpPr>
            <a:spLocks noGrp="1"/>
          </p:cNvSpPr>
          <p:nvPr>
            <p:ph type="title"/>
            <p:custDataLst>
              <p:tags r:id="rId6"/>
            </p:custDataLst>
          </p:nvPr>
        </p:nvSpPr>
        <p:spPr>
          <a:xfrm>
            <a:off x="492509" y="302168"/>
            <a:ext cx="10915200" cy="987552"/>
          </a:xfrm>
        </p:spPr>
        <p:txBody>
          <a:bodyPr/>
          <a:lstStyle/>
          <a:p>
            <a:r>
              <a:rPr lang="en-US">
                <a:solidFill>
                  <a:schemeClr val="tx2"/>
                </a:solidFill>
                <a:latin typeface="Visby Slab CF Bold" panose="00000800000000000000" pitchFamily="50" charset="0"/>
              </a:rPr>
              <a:t>Plan de la séance</a:t>
            </a:r>
            <a:endParaRPr lang="en-US" sz="5400">
              <a:solidFill>
                <a:schemeClr val="accent3"/>
              </a:solidFill>
              <a:latin typeface="Visby Slab CF Bold" panose="00000800000000000000" pitchFamily="50" charset="0"/>
            </a:endParaRPr>
          </a:p>
        </p:txBody>
      </p:sp>
    </p:spTree>
    <p:extLst>
      <p:ext uri="{BB962C8B-B14F-4D97-AF65-F5344CB8AC3E}">
        <p14:creationId xmlns:p14="http://schemas.microsoft.com/office/powerpoint/2010/main" val="3488971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5A19FC-515C-0F98-360B-9DA064711176}"/>
              </a:ext>
            </a:extLst>
          </p:cNvPr>
          <p:cNvSpPr>
            <a:spLocks noGrp="1"/>
          </p:cNvSpPr>
          <p:nvPr>
            <p:ph type="title"/>
            <p:custDataLst>
              <p:tags r:id="rId1"/>
            </p:custDataLst>
          </p:nvPr>
        </p:nvSpPr>
        <p:spPr/>
        <p:txBody>
          <a:bodyPr>
            <a:normAutofit/>
          </a:bodyPr>
          <a:lstStyle/>
          <a:p>
            <a:r>
              <a:rPr kumimoji="0" lang="fr-CA" sz="7200" b="0" i="0" u="none" strike="noStrike" kern="1200" cap="none" spc="0" normalizeH="0" baseline="0" noProof="0">
                <a:ln>
                  <a:noFill/>
                </a:ln>
                <a:solidFill>
                  <a:srgbClr val="00A9C6"/>
                </a:solidFill>
                <a:effectLst/>
                <a:uLnTx/>
                <a:uFillTx/>
                <a:latin typeface="Visby Slab CF Bold" panose="00000800000000000000" pitchFamily="50" charset="0"/>
                <a:ea typeface="+mn-ea"/>
                <a:cs typeface="+mn-cs"/>
              </a:rPr>
              <a:t>Retour sur la séance 4</a:t>
            </a:r>
            <a:endParaRPr lang="fr-CA"/>
          </a:p>
        </p:txBody>
      </p:sp>
    </p:spTree>
    <p:extLst>
      <p:ext uri="{BB962C8B-B14F-4D97-AF65-F5344CB8AC3E}">
        <p14:creationId xmlns:p14="http://schemas.microsoft.com/office/powerpoint/2010/main" val="1866215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3C8B6D70-4842-A720-C973-07A4409FEC12}"/>
              </a:ext>
            </a:extLst>
          </p:cNvPr>
          <p:cNvSpPr>
            <a:spLocks noGrp="1"/>
          </p:cNvSpPr>
          <p:nvPr>
            <p:ph sz="half" idx="1"/>
            <p:custDataLst>
              <p:tags r:id="rId1"/>
            </p:custDataLst>
          </p:nvPr>
        </p:nvSpPr>
        <p:spPr>
          <a:xfrm>
            <a:off x="838200" y="1828800"/>
            <a:ext cx="5181600" cy="4621427"/>
          </a:xfrm>
          <a:solidFill>
            <a:schemeClr val="accent3">
              <a:lumMod val="20000"/>
              <a:lumOff val="80000"/>
            </a:schemeClr>
          </a:solidFill>
        </p:spPr>
        <p:txBody>
          <a:bodyPr anchor="ctr"/>
          <a:lstStyle/>
          <a:p>
            <a:pPr marL="585788" indent="-217488">
              <a:lnSpc>
                <a:spcPct val="120000"/>
              </a:lnSpc>
              <a:spcAft>
                <a:spcPts val="1800"/>
              </a:spcAft>
            </a:pPr>
            <a:r>
              <a:rPr lang="fr-FR"/>
              <a:t>Une commande provient d’un seul client</a:t>
            </a:r>
          </a:p>
          <a:p>
            <a:pPr marL="585788" indent="-217488">
              <a:lnSpc>
                <a:spcPct val="120000"/>
              </a:lnSpc>
              <a:spcAft>
                <a:spcPts val="1800"/>
              </a:spcAft>
            </a:pPr>
            <a:r>
              <a:rPr lang="fr-FR"/>
              <a:t>La livraison requiert un numéro de téléphone</a:t>
            </a:r>
          </a:p>
          <a:p>
            <a:pPr marL="585788" indent="-217488">
              <a:lnSpc>
                <a:spcPct val="120000"/>
              </a:lnSpc>
              <a:spcAft>
                <a:spcPts val="1800"/>
              </a:spcAft>
            </a:pPr>
            <a:r>
              <a:rPr lang="fr-FR"/>
              <a:t>Le type de paiement est prédéfini (3 valeurs)</a:t>
            </a:r>
          </a:p>
          <a:p>
            <a:pPr marL="585788" indent="-217488">
              <a:lnSpc>
                <a:spcPct val="120000"/>
              </a:lnSpc>
              <a:spcAft>
                <a:spcPts val="1800"/>
              </a:spcAft>
            </a:pPr>
            <a:r>
              <a:rPr lang="fr-FR"/>
              <a:t>Le numéro de client est unique et immuable</a:t>
            </a:r>
          </a:p>
        </p:txBody>
      </p:sp>
      <p:sp>
        <p:nvSpPr>
          <p:cNvPr id="5" name="Espace réservé du contenu 4">
            <a:extLst>
              <a:ext uri="{FF2B5EF4-FFF2-40B4-BE49-F238E27FC236}">
                <a16:creationId xmlns:a16="http://schemas.microsoft.com/office/drawing/2014/main" id="{D9AA4A63-11AB-1E82-69D0-A0777F25DD19}"/>
              </a:ext>
            </a:extLst>
          </p:cNvPr>
          <p:cNvSpPr>
            <a:spLocks noGrp="1"/>
          </p:cNvSpPr>
          <p:nvPr>
            <p:ph sz="half" idx="2"/>
            <p:custDataLst>
              <p:tags r:id="rId2"/>
            </p:custDataLst>
          </p:nvPr>
        </p:nvSpPr>
        <p:spPr>
          <a:xfrm>
            <a:off x="6172200" y="1828800"/>
            <a:ext cx="5181600" cy="4621427"/>
          </a:xfrm>
          <a:solidFill>
            <a:schemeClr val="accent6">
              <a:lumMod val="20000"/>
              <a:lumOff val="80000"/>
            </a:schemeClr>
          </a:solidFill>
        </p:spPr>
        <p:txBody>
          <a:bodyPr anchor="ctr"/>
          <a:lstStyle/>
          <a:p>
            <a:pPr marL="585788" indent="-217488">
              <a:lnSpc>
                <a:spcPct val="120000"/>
              </a:lnSpc>
              <a:spcAft>
                <a:spcPts val="1800"/>
              </a:spcAft>
            </a:pPr>
            <a:r>
              <a:rPr lang="fr-FR"/>
              <a:t>Champ client: obligatoire, sélection dans une liste</a:t>
            </a:r>
          </a:p>
          <a:p>
            <a:pPr marL="585788" indent="-217488">
              <a:lnSpc>
                <a:spcPct val="120000"/>
              </a:lnSpc>
              <a:spcAft>
                <a:spcPts val="1800"/>
              </a:spcAft>
            </a:pPr>
            <a:r>
              <a:rPr lang="fr-FR"/>
              <a:t>Téléphone: champ obligatoire, format validé</a:t>
            </a:r>
          </a:p>
          <a:p>
            <a:pPr marL="585788" indent="-217488">
              <a:lnSpc>
                <a:spcPct val="120000"/>
              </a:lnSpc>
              <a:spcAft>
                <a:spcPts val="1800"/>
              </a:spcAft>
            </a:pPr>
            <a:r>
              <a:rPr lang="fr-FR"/>
              <a:t>Liste déroulante fermée: comptant, débit, crédit</a:t>
            </a:r>
          </a:p>
          <a:p>
            <a:pPr marL="585788" indent="-217488">
              <a:lnSpc>
                <a:spcPct val="120000"/>
              </a:lnSpc>
              <a:spcAft>
                <a:spcPts val="1800"/>
              </a:spcAft>
            </a:pPr>
            <a:r>
              <a:rPr lang="fr-FR"/>
              <a:t>Généré automatiquement, champ non modifiable</a:t>
            </a:r>
          </a:p>
        </p:txBody>
      </p:sp>
      <p:sp>
        <p:nvSpPr>
          <p:cNvPr id="2" name="Titre 1">
            <a:extLst>
              <a:ext uri="{FF2B5EF4-FFF2-40B4-BE49-F238E27FC236}">
                <a16:creationId xmlns:a16="http://schemas.microsoft.com/office/drawing/2014/main" id="{A8CE5B90-94ED-504D-0A9C-AF0059DA9261}"/>
              </a:ext>
            </a:extLst>
          </p:cNvPr>
          <p:cNvSpPr>
            <a:spLocks noGrp="1"/>
          </p:cNvSpPr>
          <p:nvPr>
            <p:ph type="title"/>
            <p:custDataLst>
              <p:tags r:id="rId3"/>
            </p:custDataLst>
          </p:nvPr>
        </p:nvSpPr>
        <p:spPr>
          <a:solidFill>
            <a:schemeClr val="accent2"/>
          </a:solidFill>
          <a:ln>
            <a:solidFill>
              <a:schemeClr val="accent2"/>
            </a:solidFill>
          </a:ln>
        </p:spPr>
        <p:txBody>
          <a:bodyPr>
            <a:normAutofit/>
          </a:bodyPr>
          <a:lstStyle/>
          <a:p>
            <a:r>
              <a:rPr lang="fr-CA"/>
              <a:t>Des règles d'affaires aux contraintes de l'interface</a:t>
            </a:r>
            <a:endParaRPr lang="fr-FR"/>
          </a:p>
        </p:txBody>
      </p:sp>
      <p:pic>
        <p:nvPicPr>
          <p:cNvPr id="6" name="Image 5" descr="Une image contenant Police, Graphique, capture d’écran, graphisme&#10;&#10;Description générée automatiquement">
            <a:extLst>
              <a:ext uri="{FF2B5EF4-FFF2-40B4-BE49-F238E27FC236}">
                <a16:creationId xmlns:a16="http://schemas.microsoft.com/office/drawing/2014/main" id="{6F8FB9E9-08FF-0B12-0D76-22A59E75D269}"/>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7" name="ZoneTexte 6">
            <a:extLst>
              <a:ext uri="{FF2B5EF4-FFF2-40B4-BE49-F238E27FC236}">
                <a16:creationId xmlns:a16="http://schemas.microsoft.com/office/drawing/2014/main" id="{AB456105-9A2B-14E4-77AC-CAD186F65A56}"/>
              </a:ext>
            </a:extLst>
          </p:cNvPr>
          <p:cNvSpPr txBox="1"/>
          <p:nvPr>
            <p:custDataLst>
              <p:tags r:id="rId5"/>
            </p:custDataLst>
          </p:nvPr>
        </p:nvSpPr>
        <p:spPr>
          <a:xfrm>
            <a:off x="1127155" y="1165926"/>
            <a:ext cx="10100842" cy="400110"/>
          </a:xfrm>
          <a:prstGeom prst="rect">
            <a:avLst/>
          </a:prstGeom>
          <a:noFill/>
        </p:spPr>
        <p:txBody>
          <a:bodyPr wrap="none" rtlCol="0">
            <a:spAutoFit/>
          </a:bodyPr>
          <a:lstStyle/>
          <a:p>
            <a:r>
              <a:rPr lang="fr-CA" sz="2000" b="1">
                <a:solidFill>
                  <a:schemeClr val="accent1"/>
                </a:solidFill>
                <a:latin typeface="Visby Slab CF Bold" pitchFamily="2" charset="77"/>
              </a:rPr>
              <a:t>Le formulaire n'est pas une décoration — c'est là que les règles s'appliquent.</a:t>
            </a:r>
          </a:p>
        </p:txBody>
      </p:sp>
      <p:pic>
        <p:nvPicPr>
          <p:cNvPr id="10" name="Graphique 9" descr="Circle with left arrow avec un remplissage uni">
            <a:extLst>
              <a:ext uri="{FF2B5EF4-FFF2-40B4-BE49-F238E27FC236}">
                <a16:creationId xmlns:a16="http://schemas.microsoft.com/office/drawing/2014/main" id="{E17CA4D2-4DBA-AA15-A70B-5AA6C751032D}"/>
              </a:ext>
            </a:extLst>
          </p:cNvPr>
          <p:cNvPicPr>
            <a:picLocks noChangeAspect="1"/>
          </p:cNvPicPr>
          <p:nvPr>
            <p:custDataLst>
              <p:tags r:id="rId6"/>
            </p:custDataLst>
          </p:nvPr>
        </p:nvPicPr>
        <p:blipFill>
          <a:blip>
            <a:extLst>
              <a:ext uri="{96DAC541-7B7A-43D3-8B79-37D633B846F1}">
                <asvg:svgBlip xmlns:asvg="http://schemas.microsoft.com/office/drawing/2016/SVG/main" r:embed="rId13"/>
              </a:ext>
            </a:extLst>
          </a:blip>
          <a:stretch>
            <a:fillRect/>
          </a:stretch>
        </p:blipFill>
        <p:spPr>
          <a:xfrm rot="10800000">
            <a:off x="5752202" y="5550943"/>
            <a:ext cx="637391" cy="637391"/>
          </a:xfrm>
          <a:prstGeom prst="rect">
            <a:avLst/>
          </a:prstGeom>
        </p:spPr>
      </p:pic>
      <p:pic>
        <p:nvPicPr>
          <p:cNvPr id="11" name="Graphique 10" descr="Circle with left arrow avec un remplissage uni">
            <a:extLst>
              <a:ext uri="{FF2B5EF4-FFF2-40B4-BE49-F238E27FC236}">
                <a16:creationId xmlns:a16="http://schemas.microsoft.com/office/drawing/2014/main" id="{85F52181-B805-48B3-1519-0A155142BF0D}"/>
              </a:ext>
            </a:extLst>
          </p:cNvPr>
          <p:cNvPicPr>
            <a:picLocks noChangeAspect="1"/>
          </p:cNvPicPr>
          <p:nvPr>
            <p:custDataLst>
              <p:tags r:id="rId7"/>
            </p:custDataLst>
          </p:nvPr>
        </p:nvPicPr>
        <p:blipFill>
          <a:blip>
            <a:extLst>
              <a:ext uri="{96DAC541-7B7A-43D3-8B79-37D633B846F1}">
                <asvg:svgBlip xmlns:asvg="http://schemas.microsoft.com/office/drawing/2016/SVG/main" r:embed="rId13"/>
              </a:ext>
            </a:extLst>
          </a:blip>
          <a:stretch>
            <a:fillRect/>
          </a:stretch>
        </p:blipFill>
        <p:spPr>
          <a:xfrm rot="10800000">
            <a:off x="5752202" y="2163244"/>
            <a:ext cx="637391" cy="637391"/>
          </a:xfrm>
          <a:prstGeom prst="rect">
            <a:avLst/>
          </a:prstGeom>
        </p:spPr>
      </p:pic>
      <p:pic>
        <p:nvPicPr>
          <p:cNvPr id="12" name="Graphique 11" descr="Circle with left arrow avec un remplissage uni">
            <a:extLst>
              <a:ext uri="{FF2B5EF4-FFF2-40B4-BE49-F238E27FC236}">
                <a16:creationId xmlns:a16="http://schemas.microsoft.com/office/drawing/2014/main" id="{A60103FD-1F2A-A2E7-8E5D-9A4811F4A7A1}"/>
              </a:ext>
            </a:extLst>
          </p:cNvPr>
          <p:cNvPicPr>
            <a:picLocks noChangeAspect="1"/>
          </p:cNvPicPr>
          <p:nvPr>
            <p:custDataLst>
              <p:tags r:id="rId8"/>
            </p:custDataLst>
          </p:nvPr>
        </p:nvPicPr>
        <p:blipFill>
          <a:blip>
            <a:extLst>
              <a:ext uri="{96DAC541-7B7A-43D3-8B79-37D633B846F1}">
                <asvg:svgBlip xmlns:asvg="http://schemas.microsoft.com/office/drawing/2016/SVG/main" r:embed="rId13"/>
              </a:ext>
            </a:extLst>
          </a:blip>
          <a:stretch>
            <a:fillRect/>
          </a:stretch>
        </p:blipFill>
        <p:spPr>
          <a:xfrm rot="10800000">
            <a:off x="5752202" y="4421710"/>
            <a:ext cx="637391" cy="637391"/>
          </a:xfrm>
          <a:prstGeom prst="rect">
            <a:avLst/>
          </a:prstGeom>
        </p:spPr>
      </p:pic>
      <p:pic>
        <p:nvPicPr>
          <p:cNvPr id="13" name="Graphique 12" descr="Circle with left arrow avec un remplissage uni">
            <a:extLst>
              <a:ext uri="{FF2B5EF4-FFF2-40B4-BE49-F238E27FC236}">
                <a16:creationId xmlns:a16="http://schemas.microsoft.com/office/drawing/2014/main" id="{122BDB83-5274-5907-26BC-CE89880273DE}"/>
              </a:ext>
            </a:extLst>
          </p:cNvPr>
          <p:cNvPicPr>
            <a:picLocks noChangeAspect="1"/>
          </p:cNvPicPr>
          <p:nvPr>
            <p:custDataLst>
              <p:tags r:id="rId9"/>
            </p:custDataLst>
          </p:nvPr>
        </p:nvPicPr>
        <p:blipFill>
          <a:blip>
            <a:extLst>
              <a:ext uri="{96DAC541-7B7A-43D3-8B79-37D633B846F1}">
                <asvg:svgBlip xmlns:asvg="http://schemas.microsoft.com/office/drawing/2016/SVG/main" r:embed="rId13"/>
              </a:ext>
            </a:extLst>
          </a:blip>
          <a:stretch>
            <a:fillRect/>
          </a:stretch>
        </p:blipFill>
        <p:spPr>
          <a:xfrm rot="10800000">
            <a:off x="5752202" y="3292477"/>
            <a:ext cx="637391" cy="637391"/>
          </a:xfrm>
          <a:prstGeom prst="rect">
            <a:avLst/>
          </a:prstGeom>
        </p:spPr>
      </p:pic>
    </p:spTree>
    <p:extLst>
      <p:ext uri="{BB962C8B-B14F-4D97-AF65-F5344CB8AC3E}">
        <p14:creationId xmlns:p14="http://schemas.microsoft.com/office/powerpoint/2010/main" val="206885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417D4-FE4F-7B6D-2249-53507ED2A255}"/>
            </a:ext>
          </a:extLst>
        </p:cNvPr>
        <p:cNvGrpSpPr/>
        <p:nvPr/>
      </p:nvGrpSpPr>
      <p:grpSpPr>
        <a:xfrm>
          <a:off x="0" y="0"/>
          <a:ext cx="0" cy="0"/>
          <a:chOff x="0" y="0"/>
          <a:chExt cx="0" cy="0"/>
        </a:xfrm>
      </p:grpSpPr>
      <p:sp>
        <p:nvSpPr>
          <p:cNvPr id="6" name="Titre 5">
            <a:extLst>
              <a:ext uri="{FF2B5EF4-FFF2-40B4-BE49-F238E27FC236}">
                <a16:creationId xmlns:a16="http://schemas.microsoft.com/office/drawing/2014/main" id="{3B5E2EFE-0906-33ED-57B6-AE2D5F939D7E}"/>
              </a:ext>
            </a:extLst>
          </p:cNvPr>
          <p:cNvSpPr>
            <a:spLocks noGrp="1"/>
          </p:cNvSpPr>
          <p:nvPr>
            <p:ph type="title"/>
            <p:custDataLst>
              <p:tags r:id="rId1"/>
            </p:custDataLst>
          </p:nvPr>
        </p:nvSpPr>
        <p:spPr/>
        <p:txBody>
          <a:bodyPr/>
          <a:lstStyle/>
          <a:p>
            <a:r>
              <a:rPr kumimoji="0" lang="fr-CA" sz="7200" b="0" i="0" u="none" strike="noStrike" kern="1200" cap="none" spc="0" normalizeH="0" baseline="0" noProof="0">
                <a:ln>
                  <a:noFill/>
                </a:ln>
                <a:solidFill>
                  <a:srgbClr val="00A9C6"/>
                </a:solidFill>
                <a:effectLst/>
                <a:uLnTx/>
                <a:uFillTx/>
                <a:latin typeface="Visby Slab CF Bold" panose="00000800000000000000" pitchFamily="50" charset="0"/>
                <a:ea typeface="+mn-ea"/>
                <a:cs typeface="+mn-cs"/>
              </a:rPr>
              <a:t>Retour sur le parcours</a:t>
            </a:r>
            <a:endParaRPr lang="fr-CA"/>
          </a:p>
        </p:txBody>
      </p:sp>
    </p:spTree>
    <p:extLst>
      <p:ext uri="{BB962C8B-B14F-4D97-AF65-F5344CB8AC3E}">
        <p14:creationId xmlns:p14="http://schemas.microsoft.com/office/powerpoint/2010/main" val="1550790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8B7712-1120-F2A9-EE9A-C00AD302E173}"/>
              </a:ext>
            </a:extLst>
          </p:cNvPr>
          <p:cNvSpPr>
            <a:spLocks noGrp="1"/>
          </p:cNvSpPr>
          <p:nvPr>
            <p:ph type="title"/>
            <p:custDataLst>
              <p:tags r:id="rId1"/>
            </p:custDataLst>
          </p:nvPr>
        </p:nvSpPr>
        <p:spPr/>
        <p:txBody>
          <a:bodyPr/>
          <a:lstStyle/>
          <a:p>
            <a:r>
              <a:rPr lang="fr-CA" dirty="0"/>
              <a:t>Retour sur les concepts du parcours</a:t>
            </a:r>
          </a:p>
        </p:txBody>
      </p:sp>
      <p:sp>
        <p:nvSpPr>
          <p:cNvPr id="3" name="Espace réservé du contenu 2">
            <a:extLst>
              <a:ext uri="{FF2B5EF4-FFF2-40B4-BE49-F238E27FC236}">
                <a16:creationId xmlns:a16="http://schemas.microsoft.com/office/drawing/2014/main" id="{38097999-C9AF-11FA-8F01-56537CACBBBB}"/>
              </a:ext>
            </a:extLst>
          </p:cNvPr>
          <p:cNvSpPr>
            <a:spLocks noGrp="1"/>
          </p:cNvSpPr>
          <p:nvPr>
            <p:ph idx="1"/>
            <p:custDataLst>
              <p:tags r:id="rId2"/>
            </p:custDataLst>
          </p:nvPr>
        </p:nvSpPr>
        <p:spPr/>
        <p:txBody>
          <a:bodyPr anchor="ctr"/>
          <a:lstStyle/>
          <a:p>
            <a:pPr marL="457200" indent="-457200">
              <a:buSzPct val="80000"/>
              <a:buFont typeface="+mj-lt"/>
              <a:buAutoNum type="arabicPeriod"/>
            </a:pPr>
            <a:r>
              <a:rPr lang="fr-CA"/>
              <a:t>Quelles sont les quatre principales fonctions de recherche dans les applications?</a:t>
            </a:r>
          </a:p>
          <a:p>
            <a:pPr marL="457200" indent="-457200">
              <a:buSzPct val="80000"/>
              <a:buFont typeface="+mj-lt"/>
              <a:buAutoNum type="arabicPeriod"/>
            </a:pPr>
            <a:r>
              <a:rPr lang="fr-CA"/>
              <a:t>Quelle fonction de recherche doit-on utiliser dans Airtable pour choisir la valeur d’une clé lointaine selon les valeurs saisies dans la clé primaire d’une autre liste?</a:t>
            </a:r>
          </a:p>
          <a:p>
            <a:pPr marL="457200" indent="-457200">
              <a:buSzPct val="80000"/>
              <a:buFont typeface="+mj-lt"/>
              <a:buAutoNum type="arabicPeriod"/>
            </a:pPr>
            <a:r>
              <a:rPr lang="fr-CA"/>
              <a:t>Quelle fonction de recherche doit-on utiliser dans Softr pour choisir la valeur d’une clé lointaine selon les valeurs saisies dans la clé primaire d’une autre liste?</a:t>
            </a:r>
          </a:p>
          <a:p>
            <a:pPr marL="457200" indent="-457200">
              <a:buSzPct val="80000"/>
              <a:buFont typeface="+mj-lt"/>
              <a:buAutoNum type="arabicPeriod"/>
            </a:pPr>
            <a:r>
              <a:rPr lang="fr-CA"/>
              <a:t>Quelle est la différence entre ET </a:t>
            </a:r>
            <a:r>
              <a:rPr lang="fr-CA" err="1"/>
              <a:t>et</a:t>
            </a:r>
            <a:r>
              <a:rPr lang="fr-CA"/>
              <a:t> OU dans les filtres?</a:t>
            </a:r>
          </a:p>
          <a:p>
            <a:pPr marL="0" indent="0">
              <a:buSzPct val="80000"/>
              <a:buNone/>
            </a:pPr>
            <a:endParaRPr lang="fr-CA"/>
          </a:p>
          <a:p>
            <a:pPr marL="0" indent="0">
              <a:buNone/>
            </a:pPr>
            <a:endParaRPr lang="fr-CA"/>
          </a:p>
        </p:txBody>
      </p:sp>
      <p:pic>
        <p:nvPicPr>
          <p:cNvPr id="4" name="Image 3" descr="Une image contenant Police, Graphique, capture d’écran, graphisme  Description générée automatiquement">
            <a:extLst>
              <a:ext uri="{FF2B5EF4-FFF2-40B4-BE49-F238E27FC236}">
                <a16:creationId xmlns:a16="http://schemas.microsoft.com/office/drawing/2014/main" id="{EF4A6527-3871-7F95-CF83-0F2CFFE593B0}"/>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935489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417D4-FE4F-7B6D-2249-53507ED2A255}"/>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09A3C8E9-60E9-0F32-FDEB-0D994F11D1D2}"/>
              </a:ext>
            </a:extLst>
          </p:cNvPr>
          <p:cNvSpPr txBox="1"/>
          <p:nvPr>
            <p:custDataLst>
              <p:tags r:id="rId1"/>
            </p:custDataLst>
          </p:nvPr>
        </p:nvSpPr>
        <p:spPr>
          <a:xfrm>
            <a:off x="434259" y="1229436"/>
            <a:ext cx="10707327" cy="1219200"/>
          </a:xfrm>
          <a:prstGeom prst="rect">
            <a:avLst/>
          </a:prstGeom>
        </p:spPr>
        <p:txBody>
          <a:bodyPr vert="horz" wrap="none" lIns="121920" tIns="60960" rIns="121920" bIns="60960" rtlCol="0">
            <a:normAutofit/>
          </a:body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endParaRPr kumimoji="0" lang="fr-CA" sz="7200" b="0" i="0" u="none" strike="noStrike" kern="1200" cap="none" spc="0" normalizeH="0" baseline="0" noProof="0">
              <a:ln>
                <a:noFill/>
              </a:ln>
              <a:solidFill>
                <a:srgbClr val="FF585D">
                  <a:lumMod val="20000"/>
                  <a:lumOff val="80000"/>
                </a:srgbClr>
              </a:solidFill>
              <a:effectLst/>
              <a:uLnTx/>
              <a:uFillTx/>
              <a:latin typeface="Visby Slab CF Bold" panose="00000800000000000000" pitchFamily="50" charset="0"/>
              <a:ea typeface="+mn-ea"/>
              <a:cs typeface="+mn-cs"/>
            </a:endParaRPr>
          </a:p>
        </p:txBody>
      </p:sp>
      <p:sp>
        <p:nvSpPr>
          <p:cNvPr id="7" name="Rectangle 6">
            <a:extLst>
              <a:ext uri="{FF2B5EF4-FFF2-40B4-BE49-F238E27FC236}">
                <a16:creationId xmlns:a16="http://schemas.microsoft.com/office/drawing/2014/main" id="{0D80B38E-847A-1FF8-30A3-46A37E15058F}"/>
              </a:ext>
            </a:extLst>
          </p:cNvPr>
          <p:cNvSpPr/>
          <p:nvPr>
            <p:custDataLst>
              <p:tags r:id="rId2"/>
            </p:custDataLst>
          </p:nvPr>
        </p:nvSpPr>
        <p:spPr>
          <a:xfrm>
            <a:off x="0" y="4634891"/>
            <a:ext cx="8760541" cy="72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72596C31-A748-17AD-0523-F87BB145098F}"/>
              </a:ext>
            </a:extLst>
          </p:cNvPr>
          <p:cNvSpPr/>
          <p:nvPr>
            <p:custDataLst>
              <p:tags r:id="rId3"/>
            </p:custDataLst>
          </p:nvPr>
        </p:nvSpPr>
        <p:spPr>
          <a:xfrm>
            <a:off x="8760541" y="4634891"/>
            <a:ext cx="720000" cy="720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Titre 3">
            <a:extLst>
              <a:ext uri="{FF2B5EF4-FFF2-40B4-BE49-F238E27FC236}">
                <a16:creationId xmlns:a16="http://schemas.microsoft.com/office/drawing/2014/main" id="{1791153B-70AF-829B-4183-F6A9C528CF4B}"/>
              </a:ext>
            </a:extLst>
          </p:cNvPr>
          <p:cNvSpPr>
            <a:spLocks noGrp="1"/>
          </p:cNvSpPr>
          <p:nvPr>
            <p:ph type="title"/>
            <p:custDataLst>
              <p:tags r:id="rId4"/>
            </p:custDataLst>
          </p:nvPr>
        </p:nvSpPr>
        <p:spPr/>
        <p:txBody>
          <a:bodyPr>
            <a:normAutofit/>
          </a:bodyPr>
          <a:lstStyle/>
          <a:p>
            <a:r>
              <a:rPr kumimoji="0" lang="fr-CA" sz="7200" b="0" i="0" u="none" strike="noStrike" kern="1200" cap="none" spc="0" normalizeH="0" baseline="0" noProof="0">
                <a:ln>
                  <a:noFill/>
                </a:ln>
                <a:solidFill>
                  <a:srgbClr val="FF585D"/>
                </a:solidFill>
                <a:effectLst/>
                <a:uLnTx/>
                <a:uFillTx/>
                <a:latin typeface="Visby Slab CF Bold" panose="00000800000000000000" pitchFamily="50" charset="0"/>
                <a:ea typeface="+mn-ea"/>
                <a:cs typeface="+mn-cs"/>
              </a:rPr>
              <a:t>Assimilation </a:t>
            </a:r>
            <a:r>
              <a:rPr kumimoji="0" lang="fr-CA" sz="3200" b="0" i="0" u="none" strike="noStrike" kern="1200" cap="none" spc="0" normalizeH="0" baseline="0" noProof="0">
                <a:ln>
                  <a:noFill/>
                </a:ln>
                <a:solidFill>
                  <a:srgbClr val="FF585D">
                    <a:lumMod val="20000"/>
                    <a:lumOff val="80000"/>
                  </a:srgbClr>
                </a:solidFill>
                <a:effectLst/>
                <a:uLnTx/>
                <a:uFillTx/>
                <a:latin typeface="Visby Slab CF Bold" panose="00000800000000000000" pitchFamily="50" charset="0"/>
                <a:ea typeface="+mn-ea"/>
                <a:cs typeface="+mn-cs"/>
              </a:rPr>
              <a:t>du parcours</a:t>
            </a:r>
            <a:endParaRPr lang="fr-CA"/>
          </a:p>
        </p:txBody>
      </p:sp>
    </p:spTree>
    <p:extLst>
      <p:ext uri="{BB962C8B-B14F-4D97-AF65-F5344CB8AC3E}">
        <p14:creationId xmlns:p14="http://schemas.microsoft.com/office/powerpoint/2010/main" val="3139576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2657D8-A1B1-FEB5-5882-585A3B4C7F91}"/>
              </a:ext>
            </a:extLst>
          </p:cNvPr>
          <p:cNvSpPr>
            <a:spLocks noGrp="1"/>
          </p:cNvSpPr>
          <p:nvPr>
            <p:ph type="title"/>
            <p:custDataLst>
              <p:tags r:id="rId1"/>
            </p:custDataLst>
          </p:nvPr>
        </p:nvSpPr>
        <p:spPr/>
        <p:txBody>
          <a:bodyPr/>
          <a:lstStyle/>
          <a:p>
            <a:r>
              <a:rPr lang="fr-CA"/>
              <a:t>Liste des besoins de la pizzeria</a:t>
            </a:r>
          </a:p>
        </p:txBody>
      </p:sp>
      <p:sp>
        <p:nvSpPr>
          <p:cNvPr id="3" name="Espace réservé du contenu 2">
            <a:extLst>
              <a:ext uri="{FF2B5EF4-FFF2-40B4-BE49-F238E27FC236}">
                <a16:creationId xmlns:a16="http://schemas.microsoft.com/office/drawing/2014/main" id="{FBC828CB-2919-4A53-8023-ED87E91A14C7}"/>
              </a:ext>
            </a:extLst>
          </p:cNvPr>
          <p:cNvSpPr>
            <a:spLocks noGrp="1"/>
          </p:cNvSpPr>
          <p:nvPr>
            <p:ph idx="1"/>
            <p:custDataLst>
              <p:tags r:id="rId2"/>
            </p:custDataLst>
          </p:nvPr>
        </p:nvSpPr>
        <p:spPr/>
        <p:txBody>
          <a:bodyPr anchor="ctr"/>
          <a:lstStyle/>
          <a:p>
            <a:pPr lvl="1"/>
            <a:endParaRPr lang="fr-CA"/>
          </a:p>
          <a:p>
            <a:pPr lvl="1"/>
            <a:endParaRPr lang="fr-CA"/>
          </a:p>
        </p:txBody>
      </p:sp>
      <p:pic>
        <p:nvPicPr>
          <p:cNvPr id="4" name="Graphique 3" descr="Pizza entière contour">
            <a:extLst>
              <a:ext uri="{FF2B5EF4-FFF2-40B4-BE49-F238E27FC236}">
                <a16:creationId xmlns:a16="http://schemas.microsoft.com/office/drawing/2014/main" id="{B837DE17-915C-6179-5B9C-242B434CEC5D}"/>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02017" y="43545"/>
            <a:ext cx="801441" cy="801441"/>
          </a:xfrm>
          <a:prstGeom prst="rect">
            <a:avLst/>
          </a:prstGeom>
        </p:spPr>
      </p:pic>
      <p:graphicFrame>
        <p:nvGraphicFramePr>
          <p:cNvPr id="5" name="Espace réservé du contenu 3">
            <a:extLst>
              <a:ext uri="{FF2B5EF4-FFF2-40B4-BE49-F238E27FC236}">
                <a16:creationId xmlns:a16="http://schemas.microsoft.com/office/drawing/2014/main" id="{1F623D9F-8095-4B59-EF23-D2FF9EF2BAFB}"/>
              </a:ext>
            </a:extLst>
          </p:cNvPr>
          <p:cNvGraphicFramePr>
            <a:graphicFrameLocks/>
          </p:cNvGraphicFramePr>
          <p:nvPr>
            <p:custDataLst>
              <p:tags r:id="rId4"/>
            </p:custDataLst>
            <p:extLst>
              <p:ext uri="{D42A27DB-BD31-4B8C-83A1-F6EECF244321}">
                <p14:modId xmlns:p14="http://schemas.microsoft.com/office/powerpoint/2010/main" val="1332446370"/>
              </p:ext>
            </p:extLst>
          </p:nvPr>
        </p:nvGraphicFramePr>
        <p:xfrm>
          <a:off x="225770" y="1017270"/>
          <a:ext cx="11766550" cy="5400040"/>
        </p:xfrm>
        <a:graphic>
          <a:graphicData uri="http://schemas.openxmlformats.org/drawingml/2006/table">
            <a:tbl>
              <a:tblPr firstRow="1" bandRow="1">
                <a:tableStyleId>{5C22544A-7EE6-4342-B048-85BDC9FD1C3A}</a:tableStyleId>
              </a:tblPr>
              <a:tblGrid>
                <a:gridCol w="2015357">
                  <a:extLst>
                    <a:ext uri="{9D8B030D-6E8A-4147-A177-3AD203B41FA5}">
                      <a16:colId xmlns:a16="http://schemas.microsoft.com/office/drawing/2014/main" val="2781398843"/>
                    </a:ext>
                  </a:extLst>
                </a:gridCol>
                <a:gridCol w="9751193">
                  <a:extLst>
                    <a:ext uri="{9D8B030D-6E8A-4147-A177-3AD203B41FA5}">
                      <a16:colId xmlns:a16="http://schemas.microsoft.com/office/drawing/2014/main" val="3446741116"/>
                    </a:ext>
                  </a:extLst>
                </a:gridCol>
              </a:tblGrid>
              <a:tr h="370840">
                <a:tc>
                  <a:txBody>
                    <a:bodyPr/>
                    <a:lstStyle/>
                    <a:p>
                      <a:r>
                        <a:rPr lang="fr-CA">
                          <a:latin typeface="Visby CF" pitchFamily="50" charset="0"/>
                        </a:rPr>
                        <a:t>No besoin</a:t>
                      </a:r>
                    </a:p>
                  </a:txBody>
                  <a:tcPr anchor="ctr"/>
                </a:tc>
                <a:tc>
                  <a:txBody>
                    <a:bodyPr/>
                    <a:lstStyle/>
                    <a:p>
                      <a:r>
                        <a:rPr lang="fr-CA">
                          <a:latin typeface="Visby CF" pitchFamily="50" charset="0"/>
                        </a:rPr>
                        <a:t>Énoncé du besoin</a:t>
                      </a:r>
                    </a:p>
                  </a:txBody>
                  <a:tcPr anchor="ctr"/>
                </a:tc>
                <a:extLst>
                  <a:ext uri="{0D108BD9-81ED-4DB2-BD59-A6C34878D82A}">
                    <a16:rowId xmlns:a16="http://schemas.microsoft.com/office/drawing/2014/main" val="641087761"/>
                  </a:ext>
                </a:extLst>
              </a:tr>
              <a:tr h="612000">
                <a:tc>
                  <a:txBody>
                    <a:bodyPr/>
                    <a:lstStyle/>
                    <a:p>
                      <a:r>
                        <a:rPr lang="fr-CA">
                          <a:latin typeface="Visby CF" pitchFamily="50" charset="0"/>
                        </a:rPr>
                        <a:t>1</a:t>
                      </a:r>
                    </a:p>
                  </a:txBody>
                  <a:tcPr anchor="ctr"/>
                </a:tc>
                <a:tc>
                  <a:txBody>
                    <a:bodyPr/>
                    <a:lstStyle/>
                    <a:p>
                      <a:r>
                        <a:rPr lang="fr-CA">
                          <a:latin typeface="Visby CF" pitchFamily="50" charset="0"/>
                        </a:rPr>
                        <a:t>En tant que responsable de la prise des commandes, je veux pouvoir m’assurer que chaque commande est attribuée à un client qui est déjà dans le système pour savoir où livrer</a:t>
                      </a:r>
                    </a:p>
                  </a:txBody>
                  <a:tcPr anchor="ctr"/>
                </a:tc>
                <a:extLst>
                  <a:ext uri="{0D108BD9-81ED-4DB2-BD59-A6C34878D82A}">
                    <a16:rowId xmlns:a16="http://schemas.microsoft.com/office/drawing/2014/main" val="4091985707"/>
                  </a:ext>
                </a:extLst>
              </a:tr>
              <a:tr h="612000">
                <a:tc>
                  <a:txBody>
                    <a:bodyPr/>
                    <a:lstStyle/>
                    <a:p>
                      <a:r>
                        <a:rPr lang="fr-CA">
                          <a:latin typeface="Visby CF" pitchFamily="50" charset="0"/>
                        </a:rPr>
                        <a:t>2</a:t>
                      </a:r>
                    </a:p>
                  </a:txBody>
                  <a:tcPr anchor="ctr"/>
                </a:tc>
                <a:tc>
                  <a:txBody>
                    <a:bodyPr/>
                    <a:lstStyle/>
                    <a:p>
                      <a:r>
                        <a:rPr lang="fr-CA" dirty="0">
                          <a:latin typeface="Visby CF" pitchFamily="50" charset="0"/>
                        </a:rPr>
                        <a:t>En tant que responsable de la prise des commandes, je veux pouvoir sélectionner directement les articles d’un menu pour les ajouter à une commande afin d’être plus efficace</a:t>
                      </a:r>
                    </a:p>
                  </a:txBody>
                  <a:tcPr anchor="ctr"/>
                </a:tc>
                <a:extLst>
                  <a:ext uri="{0D108BD9-81ED-4DB2-BD59-A6C34878D82A}">
                    <a16:rowId xmlns:a16="http://schemas.microsoft.com/office/drawing/2014/main" val="483220907"/>
                  </a:ext>
                </a:extLst>
              </a:tr>
              <a:tr h="612000">
                <a:tc>
                  <a:txBody>
                    <a:bodyPr/>
                    <a:lstStyle/>
                    <a:p>
                      <a:r>
                        <a:rPr lang="fr-CA">
                          <a:latin typeface="Visby CF" pitchFamily="50"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latin typeface="Visby CF" pitchFamily="50" charset="0"/>
                        </a:rPr>
                        <a:t>En tant que responsable de la prise des commandes, je veux que les montants à charger pour chaque article choisi sur une commande se calculent automatiquement pour éviter les erreurs</a:t>
                      </a:r>
                    </a:p>
                  </a:txBody>
                  <a:tcPr anchor="ctr"/>
                </a:tc>
                <a:extLst>
                  <a:ext uri="{0D108BD9-81ED-4DB2-BD59-A6C34878D82A}">
                    <a16:rowId xmlns:a16="http://schemas.microsoft.com/office/drawing/2014/main" val="2826441303"/>
                  </a:ext>
                </a:extLst>
              </a:tr>
              <a:tr h="612000">
                <a:tc>
                  <a:txBody>
                    <a:bodyPr/>
                    <a:lstStyle/>
                    <a:p>
                      <a:r>
                        <a:rPr lang="fr-CA">
                          <a:latin typeface="Visby CF" pitchFamily="50" charset="0"/>
                        </a:rPr>
                        <a:t>4</a:t>
                      </a:r>
                    </a:p>
                  </a:txBody>
                  <a:tcPr anchor="ctr"/>
                </a:tc>
                <a:tc>
                  <a:txBody>
                    <a:bodyPr/>
                    <a:lstStyle/>
                    <a:p>
                      <a:r>
                        <a:rPr lang="fr-CA" dirty="0">
                          <a:latin typeface="Visby CF" pitchFamily="50" charset="0"/>
                        </a:rPr>
                        <a:t>En tant que responsable de la prise des commandes, je veux que la somme des articles choisis sur une commande se fasse automatiquement pour éviter les erreurs</a:t>
                      </a:r>
                    </a:p>
                  </a:txBody>
                  <a:tcPr anchor="ctr"/>
                </a:tc>
                <a:extLst>
                  <a:ext uri="{0D108BD9-81ED-4DB2-BD59-A6C34878D82A}">
                    <a16:rowId xmlns:a16="http://schemas.microsoft.com/office/drawing/2014/main" val="1610970374"/>
                  </a:ext>
                </a:extLst>
              </a:tr>
              <a:tr h="612000">
                <a:tc>
                  <a:txBody>
                    <a:bodyPr/>
                    <a:lstStyle/>
                    <a:p>
                      <a:r>
                        <a:rPr lang="fr-CA">
                          <a:latin typeface="Visby CF" pitchFamily="50" charset="0"/>
                        </a:rPr>
                        <a:t>5</a:t>
                      </a:r>
                    </a:p>
                  </a:txBody>
                  <a:tcPr anchor="ctr"/>
                </a:tc>
                <a:tc>
                  <a:txBody>
                    <a:bodyPr/>
                    <a:lstStyle/>
                    <a:p>
                      <a:r>
                        <a:rPr lang="fr-CA">
                          <a:latin typeface="Visby CF" pitchFamily="50" charset="0"/>
                        </a:rPr>
                        <a:t>En tant que responsable de la prise des commandes, je veux que le montant de TPS soit ajouté automatiquement au sous-total de la commande pour éviter les erreurs</a:t>
                      </a:r>
                    </a:p>
                  </a:txBody>
                  <a:tcPr anchor="ctr"/>
                </a:tc>
                <a:extLst>
                  <a:ext uri="{0D108BD9-81ED-4DB2-BD59-A6C34878D82A}">
                    <a16:rowId xmlns:a16="http://schemas.microsoft.com/office/drawing/2014/main" val="1051951751"/>
                  </a:ext>
                </a:extLst>
              </a:tr>
              <a:tr h="612000">
                <a:tc>
                  <a:txBody>
                    <a:bodyPr/>
                    <a:lstStyle/>
                    <a:p>
                      <a:r>
                        <a:rPr lang="fr-CA">
                          <a:latin typeface="Visby CF" pitchFamily="50" charset="0"/>
                        </a:rPr>
                        <a:t>6</a:t>
                      </a:r>
                    </a:p>
                  </a:txBody>
                  <a:tcPr anchor="ctr"/>
                </a:tc>
                <a:tc>
                  <a:txBody>
                    <a:bodyPr/>
                    <a:lstStyle/>
                    <a:p>
                      <a:r>
                        <a:rPr lang="fr-CA">
                          <a:latin typeface="Visby CF" pitchFamily="50" charset="0"/>
                        </a:rPr>
                        <a:t>En tant que responsable de la prise des commandes, je veux que le montant de TVQ soit ajouté automatiquement au sous-total de la commande pour éviter les erreurs</a:t>
                      </a:r>
                    </a:p>
                  </a:txBody>
                  <a:tcPr anchor="ctr"/>
                </a:tc>
                <a:extLst>
                  <a:ext uri="{0D108BD9-81ED-4DB2-BD59-A6C34878D82A}">
                    <a16:rowId xmlns:a16="http://schemas.microsoft.com/office/drawing/2014/main" val="752461903"/>
                  </a:ext>
                </a:extLst>
              </a:tr>
              <a:tr h="612000">
                <a:tc>
                  <a:txBody>
                    <a:bodyPr/>
                    <a:lstStyle/>
                    <a:p>
                      <a:r>
                        <a:rPr lang="fr-CA">
                          <a:latin typeface="Visby CF" pitchFamily="50" charset="0"/>
                        </a:rPr>
                        <a:t>7</a:t>
                      </a:r>
                    </a:p>
                  </a:txBody>
                  <a:tcPr anchor="ctr"/>
                </a:tc>
                <a:tc>
                  <a:txBody>
                    <a:bodyPr/>
                    <a:lstStyle/>
                    <a:p>
                      <a:r>
                        <a:rPr lang="fr-CA" dirty="0">
                          <a:latin typeface="Visby CF" pitchFamily="50" charset="0"/>
                        </a:rPr>
                        <a:t>En tant que responsable de la prise des commandes, je veux que le grand total se calcule automatiquement pour éviter les erreurs et être plus efficace</a:t>
                      </a:r>
                    </a:p>
                  </a:txBody>
                  <a:tcPr anchor="ctr"/>
                </a:tc>
                <a:extLst>
                  <a:ext uri="{0D108BD9-81ED-4DB2-BD59-A6C34878D82A}">
                    <a16:rowId xmlns:a16="http://schemas.microsoft.com/office/drawing/2014/main" val="2282903526"/>
                  </a:ext>
                </a:extLst>
              </a:tr>
            </a:tbl>
          </a:graphicData>
        </a:graphic>
      </p:graphicFrame>
      <p:pic>
        <p:nvPicPr>
          <p:cNvPr id="6" name="Image 5" descr="Une image contenant Police, Graphique, capture d’écran, graphisme  Description générée automatiquement">
            <a:extLst>
              <a:ext uri="{FF2B5EF4-FFF2-40B4-BE49-F238E27FC236}">
                <a16:creationId xmlns:a16="http://schemas.microsoft.com/office/drawing/2014/main" id="{6090DB58-B592-86C7-5981-38FA15889D2A}"/>
              </a:ext>
            </a:extLst>
          </p:cNvPr>
          <p:cNvPicPr>
            <a:picLocks noChangeAspect="1"/>
          </p:cNvPicPr>
          <p:nvPr>
            <p:custDataLst>
              <p:tags r:id="rId5"/>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78220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2F1F24-EE2F-6CBB-0B8E-BECF8C473084}"/>
              </a:ext>
            </a:extLst>
          </p:cNvPr>
          <p:cNvSpPr>
            <a:spLocks noGrp="1"/>
          </p:cNvSpPr>
          <p:nvPr>
            <p:ph type="title"/>
            <p:custDataLst>
              <p:tags r:id="rId1"/>
            </p:custDataLst>
          </p:nvPr>
        </p:nvSpPr>
        <p:spPr/>
        <p:txBody>
          <a:bodyPr/>
          <a:lstStyle/>
          <a:p>
            <a:r>
              <a:rPr lang="fr-CA"/>
              <a:t>Création de la base de données sur Airtable</a:t>
            </a:r>
          </a:p>
        </p:txBody>
      </p:sp>
      <p:sp>
        <p:nvSpPr>
          <p:cNvPr id="3" name="Espace réservé du contenu 2">
            <a:extLst>
              <a:ext uri="{FF2B5EF4-FFF2-40B4-BE49-F238E27FC236}">
                <a16:creationId xmlns:a16="http://schemas.microsoft.com/office/drawing/2014/main" id="{33878294-E9C0-BE7D-7D1D-C6809DDA4639}"/>
              </a:ext>
            </a:extLst>
          </p:cNvPr>
          <p:cNvSpPr>
            <a:spLocks noGrp="1"/>
          </p:cNvSpPr>
          <p:nvPr>
            <p:ph idx="1"/>
            <p:custDataLst>
              <p:tags r:id="rId2"/>
            </p:custDataLst>
          </p:nvPr>
        </p:nvSpPr>
        <p:spPr/>
        <p:txBody>
          <a:bodyPr/>
          <a:lstStyle/>
          <a:p>
            <a:r>
              <a:rPr lang="fr-CA" dirty="0"/>
              <a:t>Pour poursuivre l’exercice de la pizzeria, visitez le lien suivant et copiez la base dans votre environnement local, cela vous permettra de poursuivre avec la même structure et les mêmes données  </a:t>
            </a:r>
          </a:p>
          <a:p>
            <a:pPr lvl="1"/>
            <a:r>
              <a:rPr lang="fr-CA">
                <a:hlinkClick r:id="rId8"/>
              </a:rPr>
              <a:t>https://airtable.com/appM3YZr8rsRxS2B9/shrCUlSidNgoEpO2r</a:t>
            </a:r>
            <a:r>
              <a:rPr lang="fr-CA"/>
              <a:t> </a:t>
            </a:r>
            <a:endParaRPr lang="fr-CA" dirty="0"/>
          </a:p>
          <a:p>
            <a:endParaRPr lang="fr-CA" dirty="0"/>
          </a:p>
        </p:txBody>
      </p:sp>
      <p:pic>
        <p:nvPicPr>
          <p:cNvPr id="5" name="Graphique 4" descr="Pizza entière contour">
            <a:extLst>
              <a:ext uri="{FF2B5EF4-FFF2-40B4-BE49-F238E27FC236}">
                <a16:creationId xmlns:a16="http://schemas.microsoft.com/office/drawing/2014/main" id="{1F90BAAD-BDDF-F64B-96B2-DE1D40FB4C81}"/>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02017" y="43545"/>
            <a:ext cx="801441" cy="801441"/>
          </a:xfrm>
          <a:prstGeom prst="rect">
            <a:avLst/>
          </a:prstGeom>
        </p:spPr>
      </p:pic>
      <p:pic>
        <p:nvPicPr>
          <p:cNvPr id="6" name="Image 5" descr="Une image contenant Police, Graphique, capture d’écran, graphisme  Description générée automatiquement">
            <a:extLst>
              <a:ext uri="{FF2B5EF4-FFF2-40B4-BE49-F238E27FC236}">
                <a16:creationId xmlns:a16="http://schemas.microsoft.com/office/drawing/2014/main" id="{C719F472-9DAC-5ACF-1A48-D957A5035678}"/>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7" name="Image 6">
            <a:extLst>
              <a:ext uri="{FF2B5EF4-FFF2-40B4-BE49-F238E27FC236}">
                <a16:creationId xmlns:a16="http://schemas.microsoft.com/office/drawing/2014/main" id="{1AF682FB-25BA-EC3B-09F2-84E0555E567D}"/>
              </a:ext>
            </a:extLst>
          </p:cNvPr>
          <p:cNvPicPr>
            <a:picLocks noChangeAspect="1"/>
          </p:cNvPicPr>
          <p:nvPr>
            <p:custDataLst>
              <p:tags r:id="rId5"/>
            </p:custDataLst>
          </p:nvPr>
        </p:nvPicPr>
        <p:blipFill>
          <a:blip r:embed="rId11">
            <a:extLst>
              <a:ext uri="{28A0092B-C50C-407E-A947-70E740481C1C}">
                <a14:useLocalDpi xmlns:a14="http://schemas.microsoft.com/office/drawing/2010/main" val="0"/>
              </a:ext>
            </a:extLst>
          </a:blip>
          <a:srcRect/>
          <a:stretch/>
        </p:blipFill>
        <p:spPr>
          <a:xfrm>
            <a:off x="693302" y="3550430"/>
            <a:ext cx="10669489" cy="2548355"/>
          </a:xfrm>
          <a:prstGeom prst="rect">
            <a:avLst/>
          </a:prstGeom>
          <a:ln>
            <a:solidFill>
              <a:schemeClr val="bg2"/>
            </a:solidFill>
          </a:ln>
        </p:spPr>
      </p:pic>
      <p:sp>
        <p:nvSpPr>
          <p:cNvPr id="10" name="Ellipse 9">
            <a:extLst>
              <a:ext uri="{FF2B5EF4-FFF2-40B4-BE49-F238E27FC236}">
                <a16:creationId xmlns:a16="http://schemas.microsoft.com/office/drawing/2014/main" id="{529EE620-6BEB-9A97-963D-363D395D0DE5}"/>
              </a:ext>
            </a:extLst>
          </p:cNvPr>
          <p:cNvSpPr/>
          <p:nvPr>
            <p:custDataLst>
              <p:tags r:id="rId6"/>
            </p:custDataLst>
          </p:nvPr>
        </p:nvSpPr>
        <p:spPr>
          <a:xfrm>
            <a:off x="2339975" y="3466494"/>
            <a:ext cx="1257300" cy="517478"/>
          </a:xfrm>
          <a:prstGeom prst="ellipse">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957906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EF0465A-0F14-5A4A-6837-1A895CF921B9}"/>
              </a:ext>
            </a:extLst>
          </p:cNvPr>
          <p:cNvSpPr>
            <a:spLocks noGrp="1"/>
          </p:cNvSpPr>
          <p:nvPr>
            <p:ph type="title"/>
            <p:custDataLst>
              <p:tags r:id="rId1"/>
            </p:custDataLst>
          </p:nvPr>
        </p:nvSpPr>
        <p:spPr/>
        <p:txBody>
          <a:bodyPr>
            <a:normAutofit/>
          </a:bodyPr>
          <a:lstStyle/>
          <a:p>
            <a:r>
              <a:rPr lang="fr-CA" dirty="0"/>
              <a:t>Création d’une commande</a:t>
            </a:r>
          </a:p>
        </p:txBody>
      </p:sp>
      <p:sp>
        <p:nvSpPr>
          <p:cNvPr id="2" name="Espace réservé du contenu 1">
            <a:extLst>
              <a:ext uri="{FF2B5EF4-FFF2-40B4-BE49-F238E27FC236}">
                <a16:creationId xmlns:a16="http://schemas.microsoft.com/office/drawing/2014/main" id="{92F42AB5-B516-E5AA-C77D-F13FCAEBB8AA}"/>
              </a:ext>
            </a:extLst>
          </p:cNvPr>
          <p:cNvSpPr>
            <a:spLocks noGrp="1"/>
          </p:cNvSpPr>
          <p:nvPr>
            <p:ph idx="1"/>
            <p:custDataLst>
              <p:tags r:id="rId2"/>
            </p:custDataLst>
          </p:nvPr>
        </p:nvSpPr>
        <p:spPr/>
        <p:txBody>
          <a:bodyPr anchor="ctr"/>
          <a:lstStyle/>
          <a:p>
            <a:r>
              <a:rPr lang="fr-CA" dirty="0"/>
              <a:t>Démonstration de la création de la table commande</a:t>
            </a:r>
          </a:p>
          <a:p>
            <a:r>
              <a:rPr lang="fr-CA" dirty="0"/>
              <a:t>Vous pouvez reproduire les manipulations présentées</a:t>
            </a:r>
          </a:p>
          <a:p>
            <a:pPr lvl="1"/>
            <a:r>
              <a:rPr lang="fr-CA" dirty="0"/>
              <a:t>Si vous avez des difficultés, arrêtez de faire les manipulations et suivez la démonstration</a:t>
            </a:r>
          </a:p>
          <a:p>
            <a:endParaRPr lang="fr-CA" dirty="0"/>
          </a:p>
          <a:p>
            <a:endParaRPr lang="fr-CA" dirty="0"/>
          </a:p>
          <a:p>
            <a:r>
              <a:rPr lang="fr-CA" dirty="0"/>
              <a:t>Durée : 15 minutes</a:t>
            </a: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81BA1C56-8A0E-F685-A207-33B3BD08E764}"/>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336063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D1627-A134-2BF9-FC21-423482F9F0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D80223C-0564-3D7F-7F5C-8D735A95AE95}"/>
              </a:ext>
            </a:extLst>
          </p:cNvPr>
          <p:cNvSpPr>
            <a:spLocks noGrp="1"/>
          </p:cNvSpPr>
          <p:nvPr>
            <p:ph type="title"/>
            <p:custDataLst>
              <p:tags r:id="rId1"/>
            </p:custDataLst>
          </p:nvPr>
        </p:nvSpPr>
        <p:spPr/>
        <p:txBody>
          <a:bodyPr/>
          <a:lstStyle/>
          <a:p>
            <a:r>
              <a:rPr lang="fr-CA"/>
              <a:t>Implémentation du premier besoin</a:t>
            </a:r>
          </a:p>
        </p:txBody>
      </p:sp>
      <p:sp>
        <p:nvSpPr>
          <p:cNvPr id="3" name="Espace réservé du contenu 2">
            <a:extLst>
              <a:ext uri="{FF2B5EF4-FFF2-40B4-BE49-F238E27FC236}">
                <a16:creationId xmlns:a16="http://schemas.microsoft.com/office/drawing/2014/main" id="{D90DD0CC-AE0D-DF06-566C-677F53F92E98}"/>
              </a:ext>
            </a:extLst>
          </p:cNvPr>
          <p:cNvSpPr>
            <a:spLocks noGrp="1"/>
          </p:cNvSpPr>
          <p:nvPr>
            <p:ph idx="1"/>
            <p:custDataLst>
              <p:tags r:id="rId2"/>
            </p:custDataLst>
          </p:nvPr>
        </p:nvSpPr>
        <p:spPr/>
        <p:txBody>
          <a:bodyPr/>
          <a:lstStyle/>
          <a:p>
            <a:r>
              <a:rPr lang="fr-CA"/>
              <a:t>Selon les notions vues dans les vidéos, comment pouvons-nous répondre au premier besoin de la liste?</a:t>
            </a:r>
          </a:p>
          <a:p>
            <a:endParaRPr lang="fr-CA"/>
          </a:p>
          <a:p>
            <a:endParaRPr lang="fr-CA"/>
          </a:p>
          <a:p>
            <a:endParaRPr lang="fr-CA"/>
          </a:p>
          <a:p>
            <a:endParaRPr lang="fr-CA" sz="1600"/>
          </a:p>
          <a:p>
            <a:pPr marL="457200" indent="-457200">
              <a:buFont typeface="+mj-lt"/>
              <a:buAutoNum type="arabicPeriod" startAt="5"/>
            </a:pPr>
            <a:endParaRPr lang="fr-CA"/>
          </a:p>
        </p:txBody>
      </p:sp>
      <p:pic>
        <p:nvPicPr>
          <p:cNvPr id="4" name="Image 3" descr="Une image contenant Police, Graphique, capture d’écran, graphisme  Description générée automatiquement">
            <a:extLst>
              <a:ext uri="{FF2B5EF4-FFF2-40B4-BE49-F238E27FC236}">
                <a16:creationId xmlns:a16="http://schemas.microsoft.com/office/drawing/2014/main" id="{82D773AC-4FD2-1E0C-FA92-C3FA73D4D7BC}"/>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Graphique 4" descr="Pizza entière contour">
            <a:extLst>
              <a:ext uri="{FF2B5EF4-FFF2-40B4-BE49-F238E27FC236}">
                <a16:creationId xmlns:a16="http://schemas.microsoft.com/office/drawing/2014/main" id="{82068C7E-DD0D-63FE-A56F-A61F6556798A}"/>
              </a:ext>
            </a:extLst>
          </p:cNvPr>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02017" y="43545"/>
            <a:ext cx="801441" cy="801441"/>
          </a:xfrm>
          <a:prstGeom prst="rect">
            <a:avLst/>
          </a:prstGeom>
        </p:spPr>
      </p:pic>
      <p:graphicFrame>
        <p:nvGraphicFramePr>
          <p:cNvPr id="7" name="Espace réservé du contenu 3">
            <a:extLst>
              <a:ext uri="{FF2B5EF4-FFF2-40B4-BE49-F238E27FC236}">
                <a16:creationId xmlns:a16="http://schemas.microsoft.com/office/drawing/2014/main" id="{02400685-28E5-771F-55B3-5315AF33343A}"/>
              </a:ext>
            </a:extLst>
          </p:cNvPr>
          <p:cNvGraphicFramePr>
            <a:graphicFrameLocks/>
          </p:cNvGraphicFramePr>
          <p:nvPr>
            <p:custDataLst>
              <p:tags r:id="rId5"/>
            </p:custDataLst>
            <p:extLst>
              <p:ext uri="{D42A27DB-BD31-4B8C-83A1-F6EECF244321}">
                <p14:modId xmlns:p14="http://schemas.microsoft.com/office/powerpoint/2010/main" val="3820735682"/>
              </p:ext>
            </p:extLst>
          </p:nvPr>
        </p:nvGraphicFramePr>
        <p:xfrm>
          <a:off x="1032568" y="2501189"/>
          <a:ext cx="10126864" cy="1285240"/>
        </p:xfrm>
        <a:graphic>
          <a:graphicData uri="http://schemas.openxmlformats.org/drawingml/2006/table">
            <a:tbl>
              <a:tblPr firstRow="1" bandRow="1">
                <a:tableStyleId>{5C22544A-7EE6-4342-B048-85BDC9FD1C3A}</a:tableStyleId>
              </a:tblPr>
              <a:tblGrid>
                <a:gridCol w="1734514">
                  <a:extLst>
                    <a:ext uri="{9D8B030D-6E8A-4147-A177-3AD203B41FA5}">
                      <a16:colId xmlns:a16="http://schemas.microsoft.com/office/drawing/2014/main" val="2781398843"/>
                    </a:ext>
                  </a:extLst>
                </a:gridCol>
                <a:gridCol w="8392350">
                  <a:extLst>
                    <a:ext uri="{9D8B030D-6E8A-4147-A177-3AD203B41FA5}">
                      <a16:colId xmlns:a16="http://schemas.microsoft.com/office/drawing/2014/main" val="3446741116"/>
                    </a:ext>
                  </a:extLst>
                </a:gridCol>
              </a:tblGrid>
              <a:tr h="370840">
                <a:tc>
                  <a:txBody>
                    <a:bodyPr/>
                    <a:lstStyle/>
                    <a:p>
                      <a:r>
                        <a:rPr lang="fr-CA">
                          <a:latin typeface="Visby CF" pitchFamily="50" charset="0"/>
                        </a:rPr>
                        <a:t>No besoin</a:t>
                      </a:r>
                    </a:p>
                  </a:txBody>
                  <a:tcPr anchor="ctr"/>
                </a:tc>
                <a:tc>
                  <a:txBody>
                    <a:bodyPr/>
                    <a:lstStyle/>
                    <a:p>
                      <a:r>
                        <a:rPr lang="fr-CA">
                          <a:latin typeface="Visby CF" pitchFamily="50" charset="0"/>
                        </a:rPr>
                        <a:t>Énoncé du besoin</a:t>
                      </a:r>
                    </a:p>
                  </a:txBody>
                  <a:tcPr anchor="ctr"/>
                </a:tc>
                <a:extLst>
                  <a:ext uri="{0D108BD9-81ED-4DB2-BD59-A6C34878D82A}">
                    <a16:rowId xmlns:a16="http://schemas.microsoft.com/office/drawing/2014/main" val="641087761"/>
                  </a:ext>
                </a:extLst>
              </a:tr>
              <a:tr h="612000">
                <a:tc>
                  <a:txBody>
                    <a:bodyPr/>
                    <a:lstStyle/>
                    <a:p>
                      <a:r>
                        <a:rPr lang="fr-CA" dirty="0">
                          <a:latin typeface="Visby CF" pitchFamily="50" charset="0"/>
                        </a:rPr>
                        <a:t>1</a:t>
                      </a:r>
                    </a:p>
                  </a:txBody>
                  <a:tcPr anchor="ctr"/>
                </a:tc>
                <a:tc>
                  <a:txBody>
                    <a:bodyPr/>
                    <a:lstStyle/>
                    <a:p>
                      <a:r>
                        <a:rPr lang="fr-CA" dirty="0">
                          <a:latin typeface="Visby CF" pitchFamily="50" charset="0"/>
                        </a:rPr>
                        <a:t>En tant que responsable de la prise des commandes, je veux pouvoir m’assurer que chaque commande est attribuée à un client qui est déjà dans le système pour savoir où livrer</a:t>
                      </a:r>
                    </a:p>
                  </a:txBody>
                  <a:tcPr anchor="ctr"/>
                </a:tc>
                <a:extLst>
                  <a:ext uri="{0D108BD9-81ED-4DB2-BD59-A6C34878D82A}">
                    <a16:rowId xmlns:a16="http://schemas.microsoft.com/office/drawing/2014/main" val="483220907"/>
                  </a:ext>
                </a:extLst>
              </a:tr>
            </a:tbl>
          </a:graphicData>
        </a:graphic>
      </p:graphicFrame>
    </p:spTree>
    <p:extLst>
      <p:ext uri="{BB962C8B-B14F-4D97-AF65-F5344CB8AC3E}">
        <p14:creationId xmlns:p14="http://schemas.microsoft.com/office/powerpoint/2010/main" val="1559094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41F7B-3112-1036-F7CF-B1EE0568D64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DEDFF0B-7E81-107A-F6AF-C42F92A96B9D}"/>
              </a:ext>
            </a:extLst>
          </p:cNvPr>
          <p:cNvSpPr>
            <a:spLocks noGrp="1"/>
          </p:cNvSpPr>
          <p:nvPr>
            <p:ph type="title"/>
            <p:custDataLst>
              <p:tags r:id="rId1"/>
            </p:custDataLst>
          </p:nvPr>
        </p:nvSpPr>
        <p:spPr/>
        <p:txBody>
          <a:bodyPr/>
          <a:lstStyle/>
          <a:p>
            <a:r>
              <a:rPr lang="fr-CA"/>
              <a:t>Dictionnaire de données</a:t>
            </a:r>
          </a:p>
        </p:txBody>
      </p:sp>
      <p:sp>
        <p:nvSpPr>
          <p:cNvPr id="3" name="Espace réservé du contenu 2">
            <a:extLst>
              <a:ext uri="{FF2B5EF4-FFF2-40B4-BE49-F238E27FC236}">
                <a16:creationId xmlns:a16="http://schemas.microsoft.com/office/drawing/2014/main" id="{1FE8A04E-953F-5C5F-12A7-2CEBAD80442E}"/>
              </a:ext>
            </a:extLst>
          </p:cNvPr>
          <p:cNvSpPr>
            <a:spLocks noGrp="1"/>
          </p:cNvSpPr>
          <p:nvPr>
            <p:ph idx="1"/>
            <p:custDataLst>
              <p:tags r:id="rId2"/>
            </p:custDataLst>
          </p:nvPr>
        </p:nvSpPr>
        <p:spPr/>
        <p:txBody>
          <a:bodyPr/>
          <a:lstStyle/>
          <a:p>
            <a:pPr marL="0" indent="0">
              <a:buNone/>
            </a:pPr>
            <a:r>
              <a:rPr lang="fr-CA"/>
              <a:t> </a:t>
            </a:r>
          </a:p>
        </p:txBody>
      </p:sp>
      <p:pic>
        <p:nvPicPr>
          <p:cNvPr id="7" name="Graphique 6" descr="Pizza entière contour">
            <a:extLst>
              <a:ext uri="{FF2B5EF4-FFF2-40B4-BE49-F238E27FC236}">
                <a16:creationId xmlns:a16="http://schemas.microsoft.com/office/drawing/2014/main" id="{2CC2A0D2-7DD5-E4A6-1230-23FA996DCB28}"/>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02017" y="43545"/>
            <a:ext cx="801441" cy="801441"/>
          </a:xfrm>
          <a:prstGeom prst="rect">
            <a:avLst/>
          </a:prstGeom>
        </p:spPr>
      </p:pic>
      <p:pic>
        <p:nvPicPr>
          <p:cNvPr id="10" name="Image 9" descr="Une image contenant Police, Graphique, capture d’écran, graphisme&#10;&#10;Description générée automatiquement">
            <a:extLst>
              <a:ext uri="{FF2B5EF4-FFF2-40B4-BE49-F238E27FC236}">
                <a16:creationId xmlns:a16="http://schemas.microsoft.com/office/drawing/2014/main" id="{BD2BB26E-A06C-3CB2-3AB1-83C67D3715BA}"/>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218071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0F9874-3E1D-ED67-A9F9-031E3767AED1}"/>
              </a:ext>
            </a:extLst>
          </p:cNvPr>
          <p:cNvSpPr>
            <a:spLocks noGrp="1"/>
          </p:cNvSpPr>
          <p:nvPr>
            <p:ph type="title"/>
            <p:custDataLst>
              <p:tags r:id="rId1"/>
            </p:custDataLst>
          </p:nvPr>
        </p:nvSpPr>
        <p:spPr/>
        <p:txBody>
          <a:bodyPr/>
          <a:lstStyle/>
          <a:p>
            <a:r>
              <a:rPr lang="fr-CA"/>
              <a:t>Création de la table</a:t>
            </a:r>
          </a:p>
        </p:txBody>
      </p:sp>
      <p:sp>
        <p:nvSpPr>
          <p:cNvPr id="3" name="Espace réservé du contenu 2">
            <a:extLst>
              <a:ext uri="{FF2B5EF4-FFF2-40B4-BE49-F238E27FC236}">
                <a16:creationId xmlns:a16="http://schemas.microsoft.com/office/drawing/2014/main" id="{0B442ED9-5D20-3CBC-9BE3-EEBF5294CC60}"/>
              </a:ext>
            </a:extLst>
          </p:cNvPr>
          <p:cNvSpPr>
            <a:spLocks noGrp="1"/>
          </p:cNvSpPr>
          <p:nvPr>
            <p:ph idx="1"/>
            <p:custDataLst>
              <p:tags r:id="rId2"/>
            </p:custDataLst>
          </p:nvPr>
        </p:nvSpPr>
        <p:spPr/>
        <p:txBody>
          <a:bodyPr/>
          <a:lstStyle/>
          <a:p>
            <a:r>
              <a:rPr lang="fr-CA"/>
              <a:t>Saurez-vous arriver à un résultat similaire à celui-ci?</a:t>
            </a:r>
          </a:p>
        </p:txBody>
      </p:sp>
      <p:pic>
        <p:nvPicPr>
          <p:cNvPr id="4" name="Graphique 3" descr="Pizza entière contour">
            <a:extLst>
              <a:ext uri="{FF2B5EF4-FFF2-40B4-BE49-F238E27FC236}">
                <a16:creationId xmlns:a16="http://schemas.microsoft.com/office/drawing/2014/main" id="{A8C97699-80D2-1DB2-1B37-3A7EF7ADB698}"/>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02017" y="43545"/>
            <a:ext cx="801441" cy="801441"/>
          </a:xfrm>
          <a:prstGeom prst="rect">
            <a:avLst/>
          </a:prstGeom>
        </p:spPr>
      </p:pic>
      <p:pic>
        <p:nvPicPr>
          <p:cNvPr id="8" name="Image 7" descr="Une image contenant Police, Graphique, capture d’écran, graphisme  Description générée automatiquement">
            <a:extLst>
              <a:ext uri="{FF2B5EF4-FFF2-40B4-BE49-F238E27FC236}">
                <a16:creationId xmlns:a16="http://schemas.microsoft.com/office/drawing/2014/main" id="{E011A686-B007-AD50-10F0-A2AD0B56E932}"/>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510281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4AFBDD-6CB0-58FD-FF77-035E87EECB32}"/>
              </a:ext>
            </a:extLst>
          </p:cNvPr>
          <p:cNvSpPr>
            <a:spLocks noGrp="1"/>
          </p:cNvSpPr>
          <p:nvPr>
            <p:ph type="title"/>
            <p:custDataLst>
              <p:tags r:id="rId1"/>
            </p:custDataLst>
          </p:nvPr>
        </p:nvSpPr>
        <p:spPr/>
        <p:txBody>
          <a:bodyPr/>
          <a:lstStyle/>
          <a:p>
            <a:r>
              <a:rPr lang="fr-CA"/>
              <a:t>Création de la table Commande</a:t>
            </a:r>
          </a:p>
        </p:txBody>
      </p:sp>
      <p:sp>
        <p:nvSpPr>
          <p:cNvPr id="3" name="Espace réservé du contenu 2">
            <a:extLst>
              <a:ext uri="{FF2B5EF4-FFF2-40B4-BE49-F238E27FC236}">
                <a16:creationId xmlns:a16="http://schemas.microsoft.com/office/drawing/2014/main" id="{A8C31571-BF63-F7D5-4D7A-E1630CDFC8AA}"/>
              </a:ext>
            </a:extLst>
          </p:cNvPr>
          <p:cNvSpPr>
            <a:spLocks noGrp="1"/>
          </p:cNvSpPr>
          <p:nvPr>
            <p:ph idx="1"/>
            <p:custDataLst>
              <p:tags r:id="rId2"/>
            </p:custDataLst>
          </p:nvPr>
        </p:nvSpPr>
        <p:spPr/>
        <p:txBody>
          <a:bodyPr/>
          <a:lstStyle/>
          <a:p>
            <a:endParaRPr lang="fr-CA"/>
          </a:p>
        </p:txBody>
      </p:sp>
      <p:pic>
        <p:nvPicPr>
          <p:cNvPr id="4" name="Graphique 3" descr="Pizza entière contour">
            <a:extLst>
              <a:ext uri="{FF2B5EF4-FFF2-40B4-BE49-F238E27FC236}">
                <a16:creationId xmlns:a16="http://schemas.microsoft.com/office/drawing/2014/main" id="{66660F97-8AE4-CA3A-7C63-EA488778409B}"/>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02017" y="43545"/>
            <a:ext cx="801441" cy="801441"/>
          </a:xfrm>
          <a:prstGeom prst="rect">
            <a:avLst/>
          </a:prstGeom>
        </p:spPr>
      </p:pic>
      <p:pic>
        <p:nvPicPr>
          <p:cNvPr id="5" name="Image 4" descr="Une image contenant Police, Graphique, capture d’écran, graphisme  Description générée automatiquement">
            <a:extLst>
              <a:ext uri="{FF2B5EF4-FFF2-40B4-BE49-F238E27FC236}">
                <a16:creationId xmlns:a16="http://schemas.microsoft.com/office/drawing/2014/main" id="{F96413BB-2E10-B1D0-9469-A3178894E670}"/>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826652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4713C-34AF-1A87-8322-DA437BF8017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0BC7636-3624-C809-1578-5C06F8EBBDFC}"/>
              </a:ext>
            </a:extLst>
          </p:cNvPr>
          <p:cNvSpPr>
            <a:spLocks noGrp="1"/>
          </p:cNvSpPr>
          <p:nvPr>
            <p:ph type="title"/>
            <p:custDataLst>
              <p:tags r:id="rId1"/>
            </p:custDataLst>
          </p:nvPr>
        </p:nvSpPr>
        <p:spPr/>
        <p:txBody>
          <a:bodyPr/>
          <a:lstStyle/>
          <a:p>
            <a:r>
              <a:rPr lang="fr-CA"/>
              <a:t>Création de la table</a:t>
            </a:r>
          </a:p>
        </p:txBody>
      </p:sp>
      <p:sp>
        <p:nvSpPr>
          <p:cNvPr id="3" name="Espace réservé du contenu 2">
            <a:extLst>
              <a:ext uri="{FF2B5EF4-FFF2-40B4-BE49-F238E27FC236}">
                <a16:creationId xmlns:a16="http://schemas.microsoft.com/office/drawing/2014/main" id="{D8A461AC-25B2-8743-FE7A-1A1676E98C13}"/>
              </a:ext>
            </a:extLst>
          </p:cNvPr>
          <p:cNvSpPr>
            <a:spLocks noGrp="1"/>
          </p:cNvSpPr>
          <p:nvPr>
            <p:ph idx="1"/>
            <p:custDataLst>
              <p:tags r:id="rId2"/>
            </p:custDataLst>
          </p:nvPr>
        </p:nvSpPr>
        <p:spPr/>
        <p:txBody>
          <a:bodyPr/>
          <a:lstStyle/>
          <a:p>
            <a:r>
              <a:rPr lang="fr-CA">
                <a:latin typeface="Visby CF" pitchFamily="50" charset="0"/>
              </a:rPr>
              <a:t>De quel type est le champ </a:t>
            </a:r>
            <a:r>
              <a:rPr lang="fr-CA">
                <a:solidFill>
                  <a:schemeClr val="accent2"/>
                </a:solidFill>
                <a:latin typeface="Visby Slab CF Bold" panose="00000800000000000000" pitchFamily="50" charset="0"/>
              </a:rPr>
              <a:t>Client</a:t>
            </a:r>
            <a:r>
              <a:rPr lang="fr-CA">
                <a:solidFill>
                  <a:srgbClr val="FF0000"/>
                </a:solidFill>
                <a:latin typeface="Visby Slab CF Bold" panose="00000800000000000000" pitchFamily="50" charset="0"/>
              </a:rPr>
              <a:t> </a:t>
            </a:r>
            <a:r>
              <a:rPr lang="fr-CA">
                <a:latin typeface="Visby CF" pitchFamily="50" charset="0"/>
              </a:rPr>
              <a:t>?</a:t>
            </a:r>
          </a:p>
        </p:txBody>
      </p:sp>
      <p:pic>
        <p:nvPicPr>
          <p:cNvPr id="4" name="Graphique 3" descr="Pizza entière contour">
            <a:extLst>
              <a:ext uri="{FF2B5EF4-FFF2-40B4-BE49-F238E27FC236}">
                <a16:creationId xmlns:a16="http://schemas.microsoft.com/office/drawing/2014/main" id="{3A43541E-1D21-4CEF-F4A5-BB4769C9C6A0}"/>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02017" y="43545"/>
            <a:ext cx="801441" cy="801441"/>
          </a:xfrm>
          <a:prstGeom prst="rect">
            <a:avLst/>
          </a:prstGeom>
        </p:spPr>
      </p:pic>
      <p:pic>
        <p:nvPicPr>
          <p:cNvPr id="8" name="Image 7" descr="Une image contenant Police, Graphique, capture d’écran, graphisme  Description générée automatiquement">
            <a:extLst>
              <a:ext uri="{FF2B5EF4-FFF2-40B4-BE49-F238E27FC236}">
                <a16:creationId xmlns:a16="http://schemas.microsoft.com/office/drawing/2014/main" id="{E5F0356F-F63F-CC3D-0AD3-FE57AFE5FC19}"/>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869130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D7060B-F347-CEAE-5470-9E925AED5BB9}"/>
              </a:ext>
            </a:extLst>
          </p:cNvPr>
          <p:cNvSpPr>
            <a:spLocks noGrp="1"/>
          </p:cNvSpPr>
          <p:nvPr>
            <p:ph type="title"/>
            <p:custDataLst>
              <p:tags r:id="rId1"/>
            </p:custDataLst>
          </p:nvPr>
        </p:nvSpPr>
        <p:spPr/>
        <p:txBody>
          <a:bodyPr/>
          <a:lstStyle/>
          <a:p>
            <a:r>
              <a:rPr lang="fr-CA"/>
              <a:t>Relation réciproque créée</a:t>
            </a:r>
          </a:p>
        </p:txBody>
      </p:sp>
      <p:sp>
        <p:nvSpPr>
          <p:cNvPr id="3" name="Espace réservé du contenu 2">
            <a:extLst>
              <a:ext uri="{FF2B5EF4-FFF2-40B4-BE49-F238E27FC236}">
                <a16:creationId xmlns:a16="http://schemas.microsoft.com/office/drawing/2014/main" id="{6A33DA8B-1E7B-3CE9-7B93-7AFCDFBBD883}"/>
              </a:ext>
            </a:extLst>
          </p:cNvPr>
          <p:cNvSpPr>
            <a:spLocks noGrp="1"/>
          </p:cNvSpPr>
          <p:nvPr>
            <p:ph idx="1"/>
            <p:custDataLst>
              <p:tags r:id="rId2"/>
            </p:custDataLst>
          </p:nvPr>
        </p:nvSpPr>
        <p:spPr/>
        <p:txBody>
          <a:bodyPr/>
          <a:lstStyle/>
          <a:p>
            <a:endParaRPr lang="fr-CA"/>
          </a:p>
          <a:p>
            <a:r>
              <a:rPr lang="fr-CA"/>
              <a:t>Après voir lié la table Commande correctement, lorsqu’on retourne sur la table Client, on s’aperçoit qu’elle a maintenant un nouvel attribut de Type «Lier à une autre entrée» qui s’est automatiquement lié à la table Commande</a:t>
            </a:r>
          </a:p>
        </p:txBody>
      </p:sp>
      <p:pic>
        <p:nvPicPr>
          <p:cNvPr id="12" name="Image 11" descr="Une image contenant Police, Graphique, capture d’écran, graphisme  Description générée automatiquement">
            <a:extLst>
              <a:ext uri="{FF2B5EF4-FFF2-40B4-BE49-F238E27FC236}">
                <a16:creationId xmlns:a16="http://schemas.microsoft.com/office/drawing/2014/main" id="{4F06E355-FA6E-8E40-484A-E9C620AC5993}"/>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13" name="Graphique 12" descr="Pizza entière contour">
            <a:extLst>
              <a:ext uri="{FF2B5EF4-FFF2-40B4-BE49-F238E27FC236}">
                <a16:creationId xmlns:a16="http://schemas.microsoft.com/office/drawing/2014/main" id="{B136A7D5-5833-B0A5-E3C2-3DD060DB61B9}"/>
              </a:ext>
            </a:extLst>
          </p:cNvPr>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02017" y="43545"/>
            <a:ext cx="801441" cy="801441"/>
          </a:xfrm>
          <a:prstGeom prst="rect">
            <a:avLst/>
          </a:prstGeom>
        </p:spPr>
      </p:pic>
      <p:pic>
        <p:nvPicPr>
          <p:cNvPr id="6" name="Image 5">
            <a:extLst>
              <a:ext uri="{FF2B5EF4-FFF2-40B4-BE49-F238E27FC236}">
                <a16:creationId xmlns:a16="http://schemas.microsoft.com/office/drawing/2014/main" id="{49607405-24C4-B50E-DCD5-63CA6E7DF3E3}"/>
              </a:ext>
            </a:extLst>
          </p:cNvPr>
          <p:cNvPicPr>
            <a:picLocks noChangeAspect="1"/>
          </p:cNvPicPr>
          <p:nvPr>
            <p:custDataLst>
              <p:tags r:id="rId5"/>
            </p:custDataLst>
          </p:nvPr>
        </p:nvPicPr>
        <p:blipFill>
          <a:blip r:embed="rId9"/>
          <a:srcRect t="2405"/>
          <a:stretch>
            <a:fillRect/>
          </a:stretch>
        </p:blipFill>
        <p:spPr>
          <a:xfrm>
            <a:off x="715039" y="3752850"/>
            <a:ext cx="10761923" cy="1974655"/>
          </a:xfrm>
          <a:prstGeom prst="rect">
            <a:avLst/>
          </a:prstGeom>
          <a:ln>
            <a:solidFill>
              <a:schemeClr val="bg2"/>
            </a:solidFill>
          </a:ln>
        </p:spPr>
      </p:pic>
    </p:spTree>
    <p:extLst>
      <p:ext uri="{BB962C8B-B14F-4D97-AF65-F5344CB8AC3E}">
        <p14:creationId xmlns:p14="http://schemas.microsoft.com/office/powerpoint/2010/main" val="2229013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98FEDF-C27B-65E0-09B5-8A176384BB2B}"/>
              </a:ext>
            </a:extLst>
          </p:cNvPr>
          <p:cNvSpPr>
            <a:spLocks noGrp="1"/>
          </p:cNvSpPr>
          <p:nvPr>
            <p:ph type="title"/>
            <p:custDataLst>
              <p:tags r:id="rId1"/>
            </p:custDataLst>
          </p:nvPr>
        </p:nvSpPr>
        <p:spPr/>
        <p:txBody>
          <a:bodyPr/>
          <a:lstStyle/>
          <a:p>
            <a:r>
              <a:rPr lang="fr-CA"/>
              <a:t>Relation réciproque créée</a:t>
            </a:r>
          </a:p>
        </p:txBody>
      </p:sp>
      <p:sp>
        <p:nvSpPr>
          <p:cNvPr id="3" name="Espace réservé du contenu 2">
            <a:extLst>
              <a:ext uri="{FF2B5EF4-FFF2-40B4-BE49-F238E27FC236}">
                <a16:creationId xmlns:a16="http://schemas.microsoft.com/office/drawing/2014/main" id="{45DB94DE-25BA-E675-CD56-48BC3E6872B0}"/>
              </a:ext>
            </a:extLst>
          </p:cNvPr>
          <p:cNvSpPr>
            <a:spLocks noGrp="1"/>
          </p:cNvSpPr>
          <p:nvPr>
            <p:ph idx="1"/>
            <p:custDataLst>
              <p:tags r:id="rId2"/>
            </p:custDataLst>
          </p:nvPr>
        </p:nvSpPr>
        <p:spPr/>
        <p:txBody>
          <a:bodyPr/>
          <a:lstStyle/>
          <a:p>
            <a:r>
              <a:rPr lang="fr-CA"/>
              <a:t>Pour s’assurer que la relation implémentée soit celle illustrée dans notre diagramme logique, que doit-on faire maintenant?</a:t>
            </a:r>
          </a:p>
          <a:p>
            <a:endParaRPr lang="fr-CA"/>
          </a:p>
          <a:p>
            <a:endParaRPr lang="fr-CA">
              <a:solidFill>
                <a:schemeClr val="accent2"/>
              </a:solidFill>
              <a:latin typeface="Visby Slab CF Bold" panose="00000800000000000000" pitchFamily="50" charset="0"/>
            </a:endParaRPr>
          </a:p>
        </p:txBody>
      </p:sp>
      <p:pic>
        <p:nvPicPr>
          <p:cNvPr id="5" name="Graphique 4" descr="Pizza entière contour">
            <a:extLst>
              <a:ext uri="{FF2B5EF4-FFF2-40B4-BE49-F238E27FC236}">
                <a16:creationId xmlns:a16="http://schemas.microsoft.com/office/drawing/2014/main" id="{F19E4629-6B91-BE06-761C-576875AA2FCA}"/>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02017" y="43545"/>
            <a:ext cx="801441" cy="801441"/>
          </a:xfrm>
          <a:prstGeom prst="rect">
            <a:avLst/>
          </a:prstGeom>
        </p:spPr>
      </p:pic>
      <p:pic>
        <p:nvPicPr>
          <p:cNvPr id="6" name="Image 5" descr="Une image contenant Police, Graphique, capture d’écran, graphisme  Description générée automatiquement">
            <a:extLst>
              <a:ext uri="{FF2B5EF4-FFF2-40B4-BE49-F238E27FC236}">
                <a16:creationId xmlns:a16="http://schemas.microsoft.com/office/drawing/2014/main" id="{1731B277-04EB-7AE6-E703-3BE65694B899}"/>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3076" name="Picture 4">
            <a:extLst>
              <a:ext uri="{FF2B5EF4-FFF2-40B4-BE49-F238E27FC236}">
                <a16:creationId xmlns:a16="http://schemas.microsoft.com/office/drawing/2014/main" id="{9DDC9F68-7E9A-6BF4-9196-534F72F9189D}"/>
              </a:ext>
            </a:extLst>
          </p:cNvPr>
          <p:cNvPicPr>
            <a:picLocks noChangeAspect="1" noChangeArrowheads="1"/>
          </p:cNvPicPr>
          <p:nvPr>
            <p:custDataLst>
              <p:tags r:id="rId5"/>
            </p:custDataLst>
          </p:nvPr>
        </p:nvPicPr>
        <p:blipFill>
          <a:blip r:embed="rId10">
            <a:extLst>
              <a:ext uri="{28A0092B-C50C-407E-A947-70E740481C1C}">
                <a14:useLocalDpi xmlns:a14="http://schemas.microsoft.com/office/drawing/2010/main" val="0"/>
              </a:ext>
            </a:extLst>
          </a:blip>
          <a:srcRect/>
          <a:stretch>
            <a:fillRect/>
          </a:stretch>
        </p:blipFill>
        <p:spPr bwMode="auto">
          <a:xfrm>
            <a:off x="7401028" y="2966643"/>
            <a:ext cx="4248150" cy="1781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77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33E4-9EC9-D147-6C63-E15EE2C3F7F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AE3157D-B347-A3CE-7CC5-60AD2A27324A}"/>
              </a:ext>
            </a:extLst>
          </p:cNvPr>
          <p:cNvSpPr>
            <a:spLocks noGrp="1"/>
          </p:cNvSpPr>
          <p:nvPr>
            <p:ph type="title"/>
            <p:custDataLst>
              <p:tags r:id="rId1"/>
            </p:custDataLst>
          </p:nvPr>
        </p:nvSpPr>
        <p:spPr/>
        <p:txBody>
          <a:bodyPr/>
          <a:lstStyle/>
          <a:p>
            <a:r>
              <a:rPr lang="fr-CA"/>
              <a:t>Relation réciproque côté Client</a:t>
            </a:r>
          </a:p>
        </p:txBody>
      </p:sp>
      <p:sp>
        <p:nvSpPr>
          <p:cNvPr id="4" name="Espace réservé du contenu 3">
            <a:extLst>
              <a:ext uri="{FF2B5EF4-FFF2-40B4-BE49-F238E27FC236}">
                <a16:creationId xmlns:a16="http://schemas.microsoft.com/office/drawing/2014/main" id="{F77D92F3-DD75-FF81-1C7F-36044ABBF6C6}"/>
              </a:ext>
            </a:extLst>
          </p:cNvPr>
          <p:cNvSpPr>
            <a:spLocks noGrp="1"/>
          </p:cNvSpPr>
          <p:nvPr>
            <p:ph idx="1"/>
            <p:custDataLst>
              <p:tags r:id="rId2"/>
            </p:custDataLst>
          </p:nvPr>
        </p:nvSpPr>
        <p:spPr/>
        <p:txBody>
          <a:bodyPr/>
          <a:lstStyle/>
          <a:p>
            <a:r>
              <a:rPr lang="fr-CA"/>
              <a:t>Un client (précis) peut passer plusieurs </a:t>
            </a:r>
            <a:br>
              <a:rPr lang="fr-CA"/>
            </a:br>
            <a:r>
              <a:rPr lang="fr-CA"/>
              <a:t>commandes au fil du temps</a:t>
            </a:r>
          </a:p>
        </p:txBody>
      </p:sp>
      <p:pic>
        <p:nvPicPr>
          <p:cNvPr id="5" name="Graphique 4" descr="Pizza entière contour">
            <a:extLst>
              <a:ext uri="{FF2B5EF4-FFF2-40B4-BE49-F238E27FC236}">
                <a16:creationId xmlns:a16="http://schemas.microsoft.com/office/drawing/2014/main" id="{68179121-A828-273D-BEFC-E9EB348B498A}"/>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802017" y="43545"/>
            <a:ext cx="801441" cy="801441"/>
          </a:xfrm>
          <a:prstGeom prst="rect">
            <a:avLst/>
          </a:prstGeom>
        </p:spPr>
      </p:pic>
      <p:pic>
        <p:nvPicPr>
          <p:cNvPr id="6" name="Image 5" descr="Une image contenant Police, Graphique, capture d’écran, graphisme  Description générée automatiquement">
            <a:extLst>
              <a:ext uri="{FF2B5EF4-FFF2-40B4-BE49-F238E27FC236}">
                <a16:creationId xmlns:a16="http://schemas.microsoft.com/office/drawing/2014/main" id="{80F6074B-B716-45A7-7D33-7C88067ADE22}"/>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3076" name="Picture 4">
            <a:extLst>
              <a:ext uri="{FF2B5EF4-FFF2-40B4-BE49-F238E27FC236}">
                <a16:creationId xmlns:a16="http://schemas.microsoft.com/office/drawing/2014/main" id="{EA862731-8708-A841-1AC9-CC73F35C7EEE}"/>
              </a:ext>
            </a:extLst>
          </p:cNvPr>
          <p:cNvPicPr>
            <a:picLocks noChangeAspect="1" noChangeArrowheads="1"/>
          </p:cNvPicPr>
          <p:nvPr>
            <p:custDataLst>
              <p:tags r:id="rId5"/>
            </p:custDataLst>
          </p:nvPr>
        </p:nvPicPr>
        <p:blipFill>
          <a:blip r:embed="rId13">
            <a:extLst>
              <a:ext uri="{28A0092B-C50C-407E-A947-70E740481C1C}">
                <a14:useLocalDpi xmlns:a14="http://schemas.microsoft.com/office/drawing/2010/main" val="0"/>
              </a:ext>
            </a:extLst>
          </a:blip>
          <a:srcRect/>
          <a:stretch>
            <a:fillRect/>
          </a:stretch>
        </p:blipFill>
        <p:spPr bwMode="auto">
          <a:xfrm>
            <a:off x="520776" y="2966643"/>
            <a:ext cx="4248150" cy="178117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D8405F8F-21B1-5772-CEE4-1BF9F685B98E}"/>
              </a:ext>
            </a:extLst>
          </p:cNvPr>
          <p:cNvPicPr>
            <a:picLocks noChangeAspect="1"/>
          </p:cNvPicPr>
          <p:nvPr>
            <p:custDataLst>
              <p:tags r:id="rId6"/>
            </p:custDataLst>
          </p:nvPr>
        </p:nvPicPr>
        <p:blipFill>
          <a:blip r:embed="rId14"/>
          <a:stretch>
            <a:fillRect/>
          </a:stretch>
        </p:blipFill>
        <p:spPr>
          <a:xfrm>
            <a:off x="7095182" y="1281688"/>
            <a:ext cx="3105583" cy="828791"/>
          </a:xfrm>
          <a:prstGeom prst="rect">
            <a:avLst/>
          </a:prstGeom>
          <a:ln>
            <a:solidFill>
              <a:schemeClr val="bg2"/>
            </a:solidFill>
          </a:ln>
        </p:spPr>
      </p:pic>
      <p:pic>
        <p:nvPicPr>
          <p:cNvPr id="10" name="Image 9">
            <a:extLst>
              <a:ext uri="{FF2B5EF4-FFF2-40B4-BE49-F238E27FC236}">
                <a16:creationId xmlns:a16="http://schemas.microsoft.com/office/drawing/2014/main" id="{F2BFAA7A-1957-2639-C368-6C14FA82122F}"/>
              </a:ext>
            </a:extLst>
          </p:cNvPr>
          <p:cNvPicPr>
            <a:picLocks noChangeAspect="1"/>
          </p:cNvPicPr>
          <p:nvPr>
            <p:custDataLst>
              <p:tags r:id="rId7"/>
            </p:custDataLst>
          </p:nvPr>
        </p:nvPicPr>
        <p:blipFill>
          <a:blip r:embed="rId15"/>
          <a:stretch>
            <a:fillRect/>
          </a:stretch>
        </p:blipFill>
        <p:spPr>
          <a:xfrm>
            <a:off x="5264277" y="2374896"/>
            <a:ext cx="6115904" cy="3610479"/>
          </a:xfrm>
          <a:prstGeom prst="rect">
            <a:avLst/>
          </a:prstGeom>
          <a:ln>
            <a:solidFill>
              <a:schemeClr val="bg2"/>
            </a:solidFill>
          </a:ln>
        </p:spPr>
      </p:pic>
      <p:sp>
        <p:nvSpPr>
          <p:cNvPr id="11" name="Ellipse 10">
            <a:extLst>
              <a:ext uri="{FF2B5EF4-FFF2-40B4-BE49-F238E27FC236}">
                <a16:creationId xmlns:a16="http://schemas.microsoft.com/office/drawing/2014/main" id="{A363EFE2-A3E8-5625-1C66-9FC21A21C4FC}"/>
              </a:ext>
            </a:extLst>
          </p:cNvPr>
          <p:cNvSpPr/>
          <p:nvPr>
            <p:custDataLst>
              <p:tags r:id="rId8"/>
            </p:custDataLst>
          </p:nvPr>
        </p:nvSpPr>
        <p:spPr>
          <a:xfrm>
            <a:off x="4861308" y="3598491"/>
            <a:ext cx="1257300" cy="517478"/>
          </a:xfrm>
          <a:prstGeom prst="ellipse">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4152695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5F65-98F0-73E7-964E-92D02D4121A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A3AD001-A202-A190-B2C1-D5F50CF6ACC5}"/>
              </a:ext>
            </a:extLst>
          </p:cNvPr>
          <p:cNvSpPr>
            <a:spLocks noGrp="1"/>
          </p:cNvSpPr>
          <p:nvPr>
            <p:ph type="title"/>
            <p:custDataLst>
              <p:tags r:id="rId1"/>
            </p:custDataLst>
          </p:nvPr>
        </p:nvSpPr>
        <p:spPr/>
        <p:txBody>
          <a:bodyPr/>
          <a:lstStyle/>
          <a:p>
            <a:r>
              <a:rPr lang="fr-CA"/>
              <a:t>Relation réciproque côté Commande</a:t>
            </a:r>
          </a:p>
        </p:txBody>
      </p:sp>
      <p:sp>
        <p:nvSpPr>
          <p:cNvPr id="4" name="Espace réservé du contenu 3">
            <a:extLst>
              <a:ext uri="{FF2B5EF4-FFF2-40B4-BE49-F238E27FC236}">
                <a16:creationId xmlns:a16="http://schemas.microsoft.com/office/drawing/2014/main" id="{E5BE932D-12A0-A50A-9A6B-239848B7F020}"/>
              </a:ext>
            </a:extLst>
          </p:cNvPr>
          <p:cNvSpPr>
            <a:spLocks noGrp="1"/>
          </p:cNvSpPr>
          <p:nvPr>
            <p:ph idx="1"/>
            <p:custDataLst>
              <p:tags r:id="rId2"/>
            </p:custDataLst>
          </p:nvPr>
        </p:nvSpPr>
        <p:spPr/>
        <p:txBody>
          <a:bodyPr/>
          <a:lstStyle/>
          <a:p>
            <a:r>
              <a:rPr lang="fr-CA"/>
              <a:t>Une commande (précise) ne peut être liée </a:t>
            </a:r>
            <a:br>
              <a:rPr lang="fr-CA"/>
            </a:br>
            <a:r>
              <a:rPr lang="fr-CA"/>
              <a:t>qu’à un seul client</a:t>
            </a:r>
          </a:p>
        </p:txBody>
      </p:sp>
      <p:pic>
        <p:nvPicPr>
          <p:cNvPr id="5" name="Graphique 4" descr="Pizza entière contour">
            <a:extLst>
              <a:ext uri="{FF2B5EF4-FFF2-40B4-BE49-F238E27FC236}">
                <a16:creationId xmlns:a16="http://schemas.microsoft.com/office/drawing/2014/main" id="{782D4D95-A652-322B-9EE3-A45A4291EA44}"/>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802017" y="43545"/>
            <a:ext cx="801441" cy="801441"/>
          </a:xfrm>
          <a:prstGeom prst="rect">
            <a:avLst/>
          </a:prstGeom>
        </p:spPr>
      </p:pic>
      <p:pic>
        <p:nvPicPr>
          <p:cNvPr id="6" name="Image 5" descr="Une image contenant Police, Graphique, capture d’écran, graphisme  Description générée automatiquement">
            <a:extLst>
              <a:ext uri="{FF2B5EF4-FFF2-40B4-BE49-F238E27FC236}">
                <a16:creationId xmlns:a16="http://schemas.microsoft.com/office/drawing/2014/main" id="{C29E2EEB-CBA4-57BA-5D38-16A380404A2F}"/>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3076" name="Picture 4">
            <a:extLst>
              <a:ext uri="{FF2B5EF4-FFF2-40B4-BE49-F238E27FC236}">
                <a16:creationId xmlns:a16="http://schemas.microsoft.com/office/drawing/2014/main" id="{755CE73D-B973-5FE5-D102-48FBE697EE7F}"/>
              </a:ext>
            </a:extLst>
          </p:cNvPr>
          <p:cNvPicPr>
            <a:picLocks noChangeAspect="1" noChangeArrowheads="1"/>
          </p:cNvPicPr>
          <p:nvPr>
            <p:custDataLst>
              <p:tags r:id="rId5"/>
            </p:custDataLst>
          </p:nvPr>
        </p:nvPicPr>
        <p:blipFill>
          <a:blip r:embed="rId13">
            <a:extLst>
              <a:ext uri="{28A0092B-C50C-407E-A947-70E740481C1C}">
                <a14:useLocalDpi xmlns:a14="http://schemas.microsoft.com/office/drawing/2010/main" val="0"/>
              </a:ext>
            </a:extLst>
          </a:blip>
          <a:srcRect/>
          <a:stretch>
            <a:fillRect/>
          </a:stretch>
        </p:blipFill>
        <p:spPr bwMode="auto">
          <a:xfrm>
            <a:off x="520776" y="2966643"/>
            <a:ext cx="4248150" cy="178117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8B269EFE-DF90-9445-567F-4D19D7A29C44}"/>
              </a:ext>
            </a:extLst>
          </p:cNvPr>
          <p:cNvPicPr>
            <a:picLocks noChangeAspect="1"/>
          </p:cNvPicPr>
          <p:nvPr>
            <p:custDataLst>
              <p:tags r:id="rId6"/>
            </p:custDataLst>
          </p:nvPr>
        </p:nvPicPr>
        <p:blipFill>
          <a:blip r:embed="rId14">
            <a:extLst>
              <a:ext uri="{28A0092B-C50C-407E-A947-70E740481C1C}">
                <a14:useLocalDpi xmlns:a14="http://schemas.microsoft.com/office/drawing/2010/main" val="0"/>
              </a:ext>
            </a:extLst>
          </a:blip>
          <a:srcRect/>
          <a:stretch/>
        </p:blipFill>
        <p:spPr>
          <a:xfrm>
            <a:off x="7136649" y="1281688"/>
            <a:ext cx="3022648" cy="828791"/>
          </a:xfrm>
          <a:prstGeom prst="rect">
            <a:avLst/>
          </a:prstGeom>
          <a:ln>
            <a:solidFill>
              <a:schemeClr val="bg2"/>
            </a:solidFill>
          </a:ln>
        </p:spPr>
      </p:pic>
      <p:pic>
        <p:nvPicPr>
          <p:cNvPr id="10" name="Image 9">
            <a:extLst>
              <a:ext uri="{FF2B5EF4-FFF2-40B4-BE49-F238E27FC236}">
                <a16:creationId xmlns:a16="http://schemas.microsoft.com/office/drawing/2014/main" id="{12046519-F136-4DDB-2861-FCC3DAC58ED5}"/>
              </a:ext>
            </a:extLst>
          </p:cNvPr>
          <p:cNvPicPr>
            <a:picLocks noChangeAspect="1"/>
          </p:cNvPicPr>
          <p:nvPr>
            <p:custDataLst>
              <p:tags r:id="rId7"/>
            </p:custDataLst>
          </p:nvPr>
        </p:nvPicPr>
        <p:blipFill>
          <a:blip r:embed="rId15">
            <a:extLst>
              <a:ext uri="{28A0092B-C50C-407E-A947-70E740481C1C}">
                <a14:useLocalDpi xmlns:a14="http://schemas.microsoft.com/office/drawing/2010/main" val="0"/>
              </a:ext>
            </a:extLst>
          </a:blip>
          <a:srcRect/>
          <a:stretch/>
        </p:blipFill>
        <p:spPr>
          <a:xfrm>
            <a:off x="5264277" y="2385251"/>
            <a:ext cx="6115904" cy="3589769"/>
          </a:xfrm>
          <a:prstGeom prst="rect">
            <a:avLst/>
          </a:prstGeom>
          <a:ln>
            <a:solidFill>
              <a:schemeClr val="bg2"/>
            </a:solidFill>
          </a:ln>
        </p:spPr>
      </p:pic>
      <p:sp>
        <p:nvSpPr>
          <p:cNvPr id="3" name="Ellipse 2">
            <a:extLst>
              <a:ext uri="{FF2B5EF4-FFF2-40B4-BE49-F238E27FC236}">
                <a16:creationId xmlns:a16="http://schemas.microsoft.com/office/drawing/2014/main" id="{9BD26D49-409A-4C53-95FB-BCE809277E18}"/>
              </a:ext>
            </a:extLst>
          </p:cNvPr>
          <p:cNvSpPr/>
          <p:nvPr>
            <p:custDataLst>
              <p:tags r:id="rId8"/>
            </p:custDataLst>
          </p:nvPr>
        </p:nvSpPr>
        <p:spPr>
          <a:xfrm>
            <a:off x="4861308" y="3598491"/>
            <a:ext cx="1257300" cy="517478"/>
          </a:xfrm>
          <a:prstGeom prst="ellipse">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664107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4747-E7D2-9170-7839-A385CF6B5C5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987B70D-227C-04E7-2A12-17D4DD9D0EE9}"/>
              </a:ext>
            </a:extLst>
          </p:cNvPr>
          <p:cNvSpPr>
            <a:spLocks noGrp="1"/>
          </p:cNvSpPr>
          <p:nvPr>
            <p:ph type="title"/>
            <p:custDataLst>
              <p:tags r:id="rId1"/>
            </p:custDataLst>
          </p:nvPr>
        </p:nvSpPr>
        <p:spPr/>
        <p:txBody>
          <a:bodyPr/>
          <a:lstStyle/>
          <a:p>
            <a:r>
              <a:rPr lang="fr-CA" dirty="0"/>
              <a:t>Création du champ Name</a:t>
            </a:r>
          </a:p>
        </p:txBody>
      </p:sp>
      <p:sp>
        <p:nvSpPr>
          <p:cNvPr id="2" name="Espace réservé du contenu 1">
            <a:extLst>
              <a:ext uri="{FF2B5EF4-FFF2-40B4-BE49-F238E27FC236}">
                <a16:creationId xmlns:a16="http://schemas.microsoft.com/office/drawing/2014/main" id="{C1D33040-5B82-C0D0-51AA-700F516D42D5}"/>
              </a:ext>
            </a:extLst>
          </p:cNvPr>
          <p:cNvSpPr>
            <a:spLocks noGrp="1"/>
          </p:cNvSpPr>
          <p:nvPr>
            <p:ph idx="1"/>
            <p:custDataLst>
              <p:tags r:id="rId2"/>
            </p:custDataLst>
          </p:nvPr>
        </p:nvSpPr>
        <p:spPr/>
        <p:txBody>
          <a:bodyPr>
            <a:normAutofit fontScale="92500"/>
          </a:bodyPr>
          <a:lstStyle/>
          <a:p>
            <a:r>
              <a:rPr lang="fr-CA" dirty="0"/>
              <a:t>Explication du champ Name</a:t>
            </a:r>
          </a:p>
          <a:p>
            <a:r>
              <a:rPr lang="fr-CA" dirty="0"/>
              <a:t>Dans la base de données, présenter </a:t>
            </a:r>
            <a:r>
              <a:rPr lang="fr-CA"/>
              <a:t>le champ </a:t>
            </a:r>
            <a:r>
              <a:rPr lang="fr-CA" dirty="0"/>
              <a:t>Name pour le client qui a été configuré</a:t>
            </a:r>
          </a:p>
          <a:p>
            <a:pPr lvl="1"/>
            <a:r>
              <a:rPr lang="fr-CA" dirty="0"/>
              <a:t>Présenter la formule</a:t>
            </a:r>
          </a:p>
          <a:p>
            <a:r>
              <a:rPr lang="fr-CA" dirty="0"/>
              <a:t>Créer le champ Name pour Commande (numéro commande + date)</a:t>
            </a:r>
          </a:p>
          <a:p>
            <a:pPr lvl="1"/>
            <a:r>
              <a:rPr lang="fr-CA" dirty="0"/>
              <a:t>Le format de la date est inadéquat</a:t>
            </a:r>
          </a:p>
          <a:p>
            <a:r>
              <a:rPr lang="fr-CA" dirty="0"/>
              <a:t>Interroger l’IA pour avoir la solution. La formule </a:t>
            </a:r>
            <a:r>
              <a:rPr lang="fr-CA"/>
              <a:t>finale est : </a:t>
            </a:r>
            <a:endParaRPr lang="fr-CA" dirty="0"/>
          </a:p>
          <a:p>
            <a:pPr marL="847725" indent="0">
              <a:buNone/>
              <a:tabLst>
                <a:tab pos="1076325" algn="l"/>
              </a:tabLst>
            </a:pPr>
            <a:r>
              <a:rPr lang="fr-CA" dirty="0">
                <a:solidFill>
                  <a:schemeClr val="bg1"/>
                </a:solidFill>
                <a:latin typeface="Courier New" panose="02070309020205020404" pitchFamily="49" charset="0"/>
                <a:cs typeface="Courier New" panose="02070309020205020404" pitchFamily="49" charset="0"/>
              </a:rPr>
              <a:t>CONCATENATE({No Commande}," - ",</a:t>
            </a:r>
            <a:br>
              <a:rPr lang="fr-CA" dirty="0">
                <a:solidFill>
                  <a:schemeClr val="bg1"/>
                </a:solidFill>
                <a:latin typeface="Courier New" panose="02070309020205020404" pitchFamily="49" charset="0"/>
                <a:cs typeface="Courier New" panose="02070309020205020404" pitchFamily="49" charset="0"/>
              </a:rPr>
            </a:br>
            <a:r>
              <a:rPr lang="fr-CA" dirty="0">
                <a:solidFill>
                  <a:schemeClr val="bg1"/>
                </a:solidFill>
                <a:latin typeface="Courier New" panose="02070309020205020404" pitchFamily="49" charset="0"/>
                <a:cs typeface="Courier New" panose="02070309020205020404" pitchFamily="49" charset="0"/>
              </a:rPr>
              <a:t>DATETIME_FORMAT({Date Commande}, 'YYYY/MM/DD')," - ", </a:t>
            </a:r>
            <a:br>
              <a:rPr lang="fr-CA" dirty="0">
                <a:solidFill>
                  <a:schemeClr val="bg1"/>
                </a:solidFill>
                <a:latin typeface="Courier New" panose="02070309020205020404" pitchFamily="49" charset="0"/>
                <a:cs typeface="Courier New" panose="02070309020205020404" pitchFamily="49" charset="0"/>
              </a:rPr>
            </a:br>
            <a:r>
              <a:rPr lang="fr-CA" dirty="0">
                <a:solidFill>
                  <a:schemeClr val="bg1"/>
                </a:solidFill>
                <a:latin typeface="Courier New" panose="02070309020205020404" pitchFamily="49" charset="0"/>
                <a:cs typeface="Courier New" panose="02070309020205020404" pitchFamily="49" charset="0"/>
              </a:rPr>
              <a:t>DATETIME_FORMAT(SET_TIMEZONE({Date Commande},</a:t>
            </a:r>
            <a:br>
              <a:rPr lang="fr-CA" dirty="0">
                <a:solidFill>
                  <a:schemeClr val="bg1"/>
                </a:solidFill>
                <a:latin typeface="Courier New" panose="02070309020205020404" pitchFamily="49" charset="0"/>
                <a:cs typeface="Courier New" panose="02070309020205020404" pitchFamily="49" charset="0"/>
              </a:rPr>
            </a:br>
            <a:r>
              <a:rPr lang="fr-CA" dirty="0">
                <a:solidFill>
                  <a:schemeClr val="bg1"/>
                </a:solidFill>
                <a:latin typeface="Courier New" panose="02070309020205020404" pitchFamily="49" charset="0"/>
                <a:cs typeface="Courier New" panose="02070309020205020404" pitchFamily="49" charset="0"/>
              </a:rPr>
              <a:t>'</a:t>
            </a:r>
            <a:r>
              <a:rPr lang="fr-CA" dirty="0" err="1">
                <a:solidFill>
                  <a:schemeClr val="bg1"/>
                </a:solidFill>
                <a:latin typeface="Courier New" panose="02070309020205020404" pitchFamily="49" charset="0"/>
                <a:cs typeface="Courier New" panose="02070309020205020404" pitchFamily="49" charset="0"/>
              </a:rPr>
              <a:t>america</a:t>
            </a:r>
            <a:r>
              <a:rPr lang="fr-CA" dirty="0">
                <a:solidFill>
                  <a:schemeClr val="bg1"/>
                </a:solidFill>
                <a:latin typeface="Courier New" panose="02070309020205020404" pitchFamily="49" charset="0"/>
                <a:cs typeface="Courier New" panose="02070309020205020404" pitchFamily="49" charset="0"/>
              </a:rPr>
              <a:t>/</a:t>
            </a:r>
            <a:r>
              <a:rPr lang="fr-CA" dirty="0" err="1">
                <a:solidFill>
                  <a:schemeClr val="bg1"/>
                </a:solidFill>
                <a:latin typeface="Courier New" panose="02070309020205020404" pitchFamily="49" charset="0"/>
                <a:cs typeface="Courier New" panose="02070309020205020404" pitchFamily="49" charset="0"/>
              </a:rPr>
              <a:t>toronto</a:t>
            </a:r>
            <a:r>
              <a:rPr lang="fr-CA" dirty="0">
                <a:solidFill>
                  <a:schemeClr val="bg1"/>
                </a:solidFill>
                <a:latin typeface="Courier New" panose="02070309020205020404" pitchFamily="49" charset="0"/>
                <a:cs typeface="Courier New" panose="02070309020205020404" pitchFamily="49" charset="0"/>
              </a:rPr>
              <a:t>'), '</a:t>
            </a:r>
            <a:r>
              <a:rPr lang="fr-CA" dirty="0" err="1">
                <a:solidFill>
                  <a:schemeClr val="bg1"/>
                </a:solidFill>
                <a:latin typeface="Courier New" panose="02070309020205020404" pitchFamily="49" charset="0"/>
                <a:cs typeface="Courier New" panose="02070309020205020404" pitchFamily="49" charset="0"/>
              </a:rPr>
              <a:t>HH:mm</a:t>
            </a:r>
            <a:r>
              <a:rPr lang="fr-CA" dirty="0">
                <a:solidFill>
                  <a:schemeClr val="bg1"/>
                </a:solidFill>
                <a:latin typeface="Courier New" panose="02070309020205020404" pitchFamily="49" charset="0"/>
                <a:cs typeface="Courier New" panose="02070309020205020404" pitchFamily="49" charset="0"/>
              </a:rPr>
              <a:t>'))</a:t>
            </a:r>
          </a:p>
          <a:p>
            <a:r>
              <a:rPr lang="fr-CA" dirty="0"/>
              <a:t>En démonstration durée :  25 minutes</a:t>
            </a: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C141D76A-BC15-F1F6-10DC-1AA2BCD0CFF2}"/>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Image 4">
            <a:extLst>
              <a:ext uri="{FF2B5EF4-FFF2-40B4-BE49-F238E27FC236}">
                <a16:creationId xmlns:a16="http://schemas.microsoft.com/office/drawing/2014/main" id="{5AC5C511-F727-B968-BBC7-6A273103D317}"/>
              </a:ext>
            </a:extLst>
          </p:cNvPr>
          <p:cNvPicPr>
            <a:picLocks noChangeAspect="1"/>
          </p:cNvPicPr>
          <p:nvPr>
            <p:custDataLst>
              <p:tags r:id="rId4"/>
            </p:custDataLst>
          </p:nvPr>
        </p:nvPicPr>
        <p:blipFill>
          <a:blip r:embed="rId7"/>
          <a:stretch>
            <a:fillRect/>
          </a:stretch>
        </p:blipFill>
        <p:spPr>
          <a:xfrm>
            <a:off x="9711186" y="3361166"/>
            <a:ext cx="1764000" cy="1443643"/>
          </a:xfrm>
          <a:prstGeom prst="rect">
            <a:avLst/>
          </a:prstGeom>
        </p:spPr>
      </p:pic>
    </p:spTree>
    <p:extLst>
      <p:ext uri="{BB962C8B-B14F-4D97-AF65-F5344CB8AC3E}">
        <p14:creationId xmlns:p14="http://schemas.microsoft.com/office/powerpoint/2010/main" val="235994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11AD9-43C5-22B6-F3B4-35C7D557B7B0}"/>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4844B1CE-B563-DE86-4500-54611F295217}"/>
              </a:ext>
            </a:extLst>
          </p:cNvPr>
          <p:cNvSpPr>
            <a:spLocks noGrp="1"/>
          </p:cNvSpPr>
          <p:nvPr>
            <p:ph type="title"/>
            <p:custDataLst>
              <p:tags r:id="rId1"/>
            </p:custDataLst>
          </p:nvPr>
        </p:nvSpPr>
        <p:spPr/>
        <p:txBody>
          <a:bodyPr/>
          <a:lstStyle/>
          <a:p>
            <a:r>
              <a:rPr lang="fr-CA" dirty="0"/>
              <a:t>Création de la table </a:t>
            </a:r>
            <a:r>
              <a:rPr lang="fr-CA" dirty="0" err="1"/>
              <a:t>detailCommande</a:t>
            </a:r>
            <a:r>
              <a:rPr lang="fr-CA" dirty="0"/>
              <a:t> et recette</a:t>
            </a:r>
          </a:p>
        </p:txBody>
      </p:sp>
      <p:sp>
        <p:nvSpPr>
          <p:cNvPr id="2" name="Espace réservé du contenu 1">
            <a:extLst>
              <a:ext uri="{FF2B5EF4-FFF2-40B4-BE49-F238E27FC236}">
                <a16:creationId xmlns:a16="http://schemas.microsoft.com/office/drawing/2014/main" id="{BBE7C635-35A6-C828-10BD-9EE78FA0C890}"/>
              </a:ext>
            </a:extLst>
          </p:cNvPr>
          <p:cNvSpPr>
            <a:spLocks noGrp="1"/>
          </p:cNvSpPr>
          <p:nvPr>
            <p:ph idx="1"/>
            <p:custDataLst>
              <p:tags r:id="rId2"/>
            </p:custDataLst>
          </p:nvPr>
        </p:nvSpPr>
        <p:spPr/>
        <p:txBody>
          <a:bodyPr anchor="ctr"/>
          <a:lstStyle/>
          <a:p>
            <a:r>
              <a:rPr lang="fr-CA" dirty="0"/>
              <a:t>En reproduisant les manipulations démontrées pour la table Commande, créez maintenant la table </a:t>
            </a:r>
            <a:r>
              <a:rPr lang="fr-CA" dirty="0" err="1"/>
              <a:t>detailCommande</a:t>
            </a:r>
            <a:endParaRPr lang="fr-CA" dirty="0"/>
          </a:p>
          <a:p>
            <a:endParaRPr lang="fr-CA" dirty="0"/>
          </a:p>
          <a:p>
            <a:r>
              <a:rPr lang="fr-CA"/>
              <a:t>Durée : </a:t>
            </a:r>
            <a:r>
              <a:rPr lang="fr-CA" dirty="0"/>
              <a:t>10 minutes</a:t>
            </a:r>
          </a:p>
          <a:p>
            <a:endParaRPr lang="fr-CA" dirty="0"/>
          </a:p>
          <a:p>
            <a:endParaRPr lang="fr-CA" dirty="0"/>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EF3F7D1C-BF07-4362-F127-BC9BE34C562A}"/>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724472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4DFFB-6D76-2272-4CDC-D7EB21B8070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F534C10-041C-A751-332B-266176F617FF}"/>
              </a:ext>
            </a:extLst>
          </p:cNvPr>
          <p:cNvSpPr>
            <a:spLocks noGrp="1"/>
          </p:cNvSpPr>
          <p:nvPr>
            <p:ph type="title"/>
            <p:custDataLst>
              <p:tags r:id="rId1"/>
            </p:custDataLst>
          </p:nvPr>
        </p:nvSpPr>
        <p:spPr/>
        <p:txBody>
          <a:bodyPr/>
          <a:lstStyle/>
          <a:p>
            <a:r>
              <a:rPr lang="fr-CA"/>
              <a:t>Implémentation du deuxième besoin</a:t>
            </a:r>
          </a:p>
        </p:txBody>
      </p:sp>
      <p:sp>
        <p:nvSpPr>
          <p:cNvPr id="3" name="Espace réservé du contenu 2">
            <a:extLst>
              <a:ext uri="{FF2B5EF4-FFF2-40B4-BE49-F238E27FC236}">
                <a16:creationId xmlns:a16="http://schemas.microsoft.com/office/drawing/2014/main" id="{29A9FB0C-7A3D-EEDC-906D-ED8DF6E7A7B1}"/>
              </a:ext>
            </a:extLst>
          </p:cNvPr>
          <p:cNvSpPr>
            <a:spLocks noGrp="1"/>
          </p:cNvSpPr>
          <p:nvPr>
            <p:ph idx="1"/>
            <p:custDataLst>
              <p:tags r:id="rId2"/>
            </p:custDataLst>
          </p:nvPr>
        </p:nvSpPr>
        <p:spPr/>
        <p:txBody>
          <a:bodyPr/>
          <a:lstStyle/>
          <a:p>
            <a:r>
              <a:rPr lang="fr-CA"/>
              <a:t>Selon les notions vues dans les vidéos, comment pouvons-nous répondre au deuxième besoin énoncé dans la liste précédente?</a:t>
            </a:r>
          </a:p>
          <a:p>
            <a:endParaRPr lang="fr-CA"/>
          </a:p>
          <a:p>
            <a:endParaRPr lang="fr-CA"/>
          </a:p>
          <a:p>
            <a:endParaRPr lang="fr-CA"/>
          </a:p>
          <a:p>
            <a:endParaRPr lang="fr-CA" sz="1600"/>
          </a:p>
          <a:p>
            <a:pPr marL="457200" indent="-457200">
              <a:buFont typeface="+mj-lt"/>
              <a:buAutoNum type="arabicPeriod" startAt="5"/>
            </a:pPr>
            <a:endParaRPr lang="fr-CA"/>
          </a:p>
        </p:txBody>
      </p:sp>
      <p:pic>
        <p:nvPicPr>
          <p:cNvPr id="4" name="Image 3" descr="Une image contenant Police, Graphique, capture d’écran, graphisme  Description générée automatiquement">
            <a:extLst>
              <a:ext uri="{FF2B5EF4-FFF2-40B4-BE49-F238E27FC236}">
                <a16:creationId xmlns:a16="http://schemas.microsoft.com/office/drawing/2014/main" id="{8EA36731-AD2B-755D-48D5-058D52711EAA}"/>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Graphique 4" descr="Pizza entière contour">
            <a:extLst>
              <a:ext uri="{FF2B5EF4-FFF2-40B4-BE49-F238E27FC236}">
                <a16:creationId xmlns:a16="http://schemas.microsoft.com/office/drawing/2014/main" id="{50EED7F8-CDD1-1171-1F27-02A1FD572F64}"/>
              </a:ext>
            </a:extLst>
          </p:cNvPr>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02017" y="43545"/>
            <a:ext cx="801441" cy="801441"/>
          </a:xfrm>
          <a:prstGeom prst="rect">
            <a:avLst/>
          </a:prstGeom>
        </p:spPr>
      </p:pic>
      <p:graphicFrame>
        <p:nvGraphicFramePr>
          <p:cNvPr id="7" name="Espace réservé du contenu 3">
            <a:extLst>
              <a:ext uri="{FF2B5EF4-FFF2-40B4-BE49-F238E27FC236}">
                <a16:creationId xmlns:a16="http://schemas.microsoft.com/office/drawing/2014/main" id="{1D2A325D-7FB4-C26E-91F3-FADB7F7E8041}"/>
              </a:ext>
            </a:extLst>
          </p:cNvPr>
          <p:cNvGraphicFramePr>
            <a:graphicFrameLocks/>
          </p:cNvGraphicFramePr>
          <p:nvPr>
            <p:custDataLst>
              <p:tags r:id="rId5"/>
            </p:custDataLst>
            <p:extLst>
              <p:ext uri="{D42A27DB-BD31-4B8C-83A1-F6EECF244321}">
                <p14:modId xmlns:p14="http://schemas.microsoft.com/office/powerpoint/2010/main" val="1795737380"/>
              </p:ext>
            </p:extLst>
          </p:nvPr>
        </p:nvGraphicFramePr>
        <p:xfrm>
          <a:off x="1032568" y="2501189"/>
          <a:ext cx="10126864" cy="1285240"/>
        </p:xfrm>
        <a:graphic>
          <a:graphicData uri="http://schemas.openxmlformats.org/drawingml/2006/table">
            <a:tbl>
              <a:tblPr firstRow="1" bandRow="1">
                <a:tableStyleId>{5C22544A-7EE6-4342-B048-85BDC9FD1C3A}</a:tableStyleId>
              </a:tblPr>
              <a:tblGrid>
                <a:gridCol w="1734514">
                  <a:extLst>
                    <a:ext uri="{9D8B030D-6E8A-4147-A177-3AD203B41FA5}">
                      <a16:colId xmlns:a16="http://schemas.microsoft.com/office/drawing/2014/main" val="2781398843"/>
                    </a:ext>
                  </a:extLst>
                </a:gridCol>
                <a:gridCol w="8392350">
                  <a:extLst>
                    <a:ext uri="{9D8B030D-6E8A-4147-A177-3AD203B41FA5}">
                      <a16:colId xmlns:a16="http://schemas.microsoft.com/office/drawing/2014/main" val="3446741116"/>
                    </a:ext>
                  </a:extLst>
                </a:gridCol>
              </a:tblGrid>
              <a:tr h="370840">
                <a:tc>
                  <a:txBody>
                    <a:bodyPr/>
                    <a:lstStyle/>
                    <a:p>
                      <a:r>
                        <a:rPr lang="fr-CA">
                          <a:latin typeface="Visby CF" pitchFamily="50" charset="0"/>
                        </a:rPr>
                        <a:t>No besoin</a:t>
                      </a:r>
                    </a:p>
                  </a:txBody>
                  <a:tcPr anchor="ctr"/>
                </a:tc>
                <a:tc>
                  <a:txBody>
                    <a:bodyPr/>
                    <a:lstStyle/>
                    <a:p>
                      <a:r>
                        <a:rPr lang="fr-CA">
                          <a:latin typeface="Visby CF" pitchFamily="50" charset="0"/>
                        </a:rPr>
                        <a:t>Énoncé du besoin</a:t>
                      </a:r>
                    </a:p>
                  </a:txBody>
                  <a:tcPr anchor="ctr"/>
                </a:tc>
                <a:extLst>
                  <a:ext uri="{0D108BD9-81ED-4DB2-BD59-A6C34878D82A}">
                    <a16:rowId xmlns:a16="http://schemas.microsoft.com/office/drawing/2014/main" val="641087761"/>
                  </a:ext>
                </a:extLst>
              </a:tr>
              <a:tr h="612000">
                <a:tc>
                  <a:txBody>
                    <a:bodyPr/>
                    <a:lstStyle/>
                    <a:p>
                      <a:r>
                        <a:rPr lang="fr-CA">
                          <a:latin typeface="Visby CF" pitchFamily="50" charset="0"/>
                        </a:rPr>
                        <a:t>2</a:t>
                      </a:r>
                    </a:p>
                  </a:txBody>
                  <a:tcPr anchor="ctr">
                    <a:solidFill>
                      <a:srgbClr val="E7EBF6"/>
                    </a:solidFill>
                  </a:tcPr>
                </a:tc>
                <a:tc>
                  <a:txBody>
                    <a:bodyPr/>
                    <a:lstStyle/>
                    <a:p>
                      <a:r>
                        <a:rPr lang="fr-CA" dirty="0">
                          <a:latin typeface="Visby CF" pitchFamily="50" charset="0"/>
                        </a:rPr>
                        <a:t>En tant que responsable de la prise des commandes, je veux pouvoir sélectionner directement les articles d’un menu pour les ajouter à une commande afin d’être plus efficace</a:t>
                      </a:r>
                    </a:p>
                  </a:txBody>
                  <a:tcPr anchor="ctr">
                    <a:solidFill>
                      <a:srgbClr val="E7EBF6"/>
                    </a:solidFill>
                  </a:tcPr>
                </a:tc>
                <a:extLst>
                  <a:ext uri="{0D108BD9-81ED-4DB2-BD59-A6C34878D82A}">
                    <a16:rowId xmlns:a16="http://schemas.microsoft.com/office/drawing/2014/main" val="483220907"/>
                  </a:ext>
                </a:extLst>
              </a:tr>
            </a:tbl>
          </a:graphicData>
        </a:graphic>
      </p:graphicFrame>
    </p:spTree>
    <p:extLst>
      <p:ext uri="{BB962C8B-B14F-4D97-AF65-F5344CB8AC3E}">
        <p14:creationId xmlns:p14="http://schemas.microsoft.com/office/powerpoint/2010/main" val="42364199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733DB-F38C-B5AE-63A9-787022EBCB2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F346FA-417D-264C-D04E-D905393B95C2}"/>
              </a:ext>
            </a:extLst>
          </p:cNvPr>
          <p:cNvSpPr>
            <a:spLocks noGrp="1"/>
          </p:cNvSpPr>
          <p:nvPr>
            <p:ph type="title"/>
            <p:custDataLst>
              <p:tags r:id="rId1"/>
            </p:custDataLst>
          </p:nvPr>
        </p:nvSpPr>
        <p:spPr/>
        <p:txBody>
          <a:bodyPr/>
          <a:lstStyle/>
          <a:p>
            <a:r>
              <a:rPr lang="fr-CA"/>
              <a:t>Dictionnaire de données : Article</a:t>
            </a:r>
          </a:p>
        </p:txBody>
      </p:sp>
      <p:sp>
        <p:nvSpPr>
          <p:cNvPr id="3" name="Espace réservé du contenu 2">
            <a:extLst>
              <a:ext uri="{FF2B5EF4-FFF2-40B4-BE49-F238E27FC236}">
                <a16:creationId xmlns:a16="http://schemas.microsoft.com/office/drawing/2014/main" id="{95304CF0-1DBD-054D-0394-C0DD2F54A9CF}"/>
              </a:ext>
            </a:extLst>
          </p:cNvPr>
          <p:cNvSpPr>
            <a:spLocks noGrp="1"/>
          </p:cNvSpPr>
          <p:nvPr>
            <p:ph idx="1"/>
            <p:custDataLst>
              <p:tags r:id="rId2"/>
            </p:custDataLst>
          </p:nvPr>
        </p:nvSpPr>
        <p:spPr/>
        <p:txBody>
          <a:bodyPr/>
          <a:lstStyle/>
          <a:p>
            <a:pPr marL="0" indent="0">
              <a:buNone/>
            </a:pPr>
            <a:r>
              <a:rPr lang="fr-CA"/>
              <a:t> </a:t>
            </a:r>
          </a:p>
        </p:txBody>
      </p:sp>
      <p:pic>
        <p:nvPicPr>
          <p:cNvPr id="7" name="Graphique 6" descr="Pizza entière contour">
            <a:extLst>
              <a:ext uri="{FF2B5EF4-FFF2-40B4-BE49-F238E27FC236}">
                <a16:creationId xmlns:a16="http://schemas.microsoft.com/office/drawing/2014/main" id="{BFEF2776-C3A3-B9B1-EB01-6C32E86DC289}"/>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802017" y="43545"/>
            <a:ext cx="801441" cy="801441"/>
          </a:xfrm>
          <a:prstGeom prst="rect">
            <a:avLst/>
          </a:prstGeom>
        </p:spPr>
      </p:pic>
      <p:graphicFrame>
        <p:nvGraphicFramePr>
          <p:cNvPr id="8" name="Tableau 7">
            <a:extLst>
              <a:ext uri="{FF2B5EF4-FFF2-40B4-BE49-F238E27FC236}">
                <a16:creationId xmlns:a16="http://schemas.microsoft.com/office/drawing/2014/main" id="{7DF771F7-1B7E-D6D3-F4D2-D57AB28F3FF2}"/>
              </a:ext>
            </a:extLst>
          </p:cNvPr>
          <p:cNvGraphicFramePr>
            <a:graphicFrameLocks noGrp="1"/>
          </p:cNvGraphicFramePr>
          <p:nvPr>
            <p:custDataLst>
              <p:tags r:id="rId4"/>
            </p:custDataLst>
            <p:extLst>
              <p:ext uri="{D42A27DB-BD31-4B8C-83A1-F6EECF244321}">
                <p14:modId xmlns:p14="http://schemas.microsoft.com/office/powerpoint/2010/main" val="387585956"/>
              </p:ext>
            </p:extLst>
          </p:nvPr>
        </p:nvGraphicFramePr>
        <p:xfrm>
          <a:off x="518586" y="1325245"/>
          <a:ext cx="10096500" cy="2225040"/>
        </p:xfrm>
        <a:graphic>
          <a:graphicData uri="http://schemas.openxmlformats.org/drawingml/2006/table">
            <a:tbl>
              <a:tblPr firstRow="1" bandRow="1">
                <a:tableStyleId>{5940675A-B579-460E-94D1-54222C63F5DA}</a:tableStyleId>
              </a:tblPr>
              <a:tblGrid>
                <a:gridCol w="1251438">
                  <a:extLst>
                    <a:ext uri="{9D8B030D-6E8A-4147-A177-3AD203B41FA5}">
                      <a16:colId xmlns:a16="http://schemas.microsoft.com/office/drawing/2014/main" val="1805559831"/>
                    </a:ext>
                  </a:extLst>
                </a:gridCol>
                <a:gridCol w="3130062">
                  <a:extLst>
                    <a:ext uri="{9D8B030D-6E8A-4147-A177-3AD203B41FA5}">
                      <a16:colId xmlns:a16="http://schemas.microsoft.com/office/drawing/2014/main" val="3228554661"/>
                    </a:ext>
                  </a:extLst>
                </a:gridCol>
                <a:gridCol w="2019300">
                  <a:extLst>
                    <a:ext uri="{9D8B030D-6E8A-4147-A177-3AD203B41FA5}">
                      <a16:colId xmlns:a16="http://schemas.microsoft.com/office/drawing/2014/main" val="2348430051"/>
                    </a:ext>
                  </a:extLst>
                </a:gridCol>
                <a:gridCol w="1676400">
                  <a:extLst>
                    <a:ext uri="{9D8B030D-6E8A-4147-A177-3AD203B41FA5}">
                      <a16:colId xmlns:a16="http://schemas.microsoft.com/office/drawing/2014/main" val="3990865181"/>
                    </a:ext>
                  </a:extLst>
                </a:gridCol>
                <a:gridCol w="2019300">
                  <a:extLst>
                    <a:ext uri="{9D8B030D-6E8A-4147-A177-3AD203B41FA5}">
                      <a16:colId xmlns:a16="http://schemas.microsoft.com/office/drawing/2014/main" val="145927039"/>
                    </a:ext>
                  </a:extLst>
                </a:gridCol>
              </a:tblGrid>
              <a:tr h="370840">
                <a:tc>
                  <a:txBody>
                    <a:bodyPr/>
                    <a:lstStyle/>
                    <a:p>
                      <a:r>
                        <a:rPr lang="fr-CA" b="1">
                          <a:latin typeface="Visby CF Bold" pitchFamily="50" charset="0"/>
                        </a:rPr>
                        <a:t>Nom</a:t>
                      </a:r>
                    </a:p>
                  </a:txBody>
                  <a:tcPr anchor="ctr">
                    <a:lnB w="38100" cap="flat" cmpd="sng" algn="ctr">
                      <a:solidFill>
                        <a:schemeClr val="tx1"/>
                      </a:solidFill>
                      <a:prstDash val="solid"/>
                      <a:round/>
                      <a:headEnd type="none" w="med" len="med"/>
                      <a:tailEnd type="none" w="med" len="med"/>
                    </a:lnB>
                  </a:tcPr>
                </a:tc>
                <a:tc>
                  <a:txBody>
                    <a:bodyPr/>
                    <a:lstStyle/>
                    <a:p>
                      <a:r>
                        <a:rPr lang="fr-CA" b="1">
                          <a:latin typeface="Visby CF Bold" pitchFamily="50" charset="0"/>
                        </a:rPr>
                        <a:t>Définition</a:t>
                      </a:r>
                    </a:p>
                  </a:txBody>
                  <a:tcPr anchor="ctr">
                    <a:lnB w="38100" cap="flat" cmpd="sng" algn="ctr">
                      <a:solidFill>
                        <a:schemeClr val="tx1"/>
                      </a:solidFill>
                      <a:prstDash val="solid"/>
                      <a:round/>
                      <a:headEnd type="none" w="med" len="med"/>
                      <a:tailEnd type="none" w="med" len="med"/>
                    </a:lnB>
                  </a:tcPr>
                </a:tc>
                <a:tc>
                  <a:txBody>
                    <a:bodyPr/>
                    <a:lstStyle/>
                    <a:p>
                      <a:r>
                        <a:rPr lang="fr-CA" b="1">
                          <a:latin typeface="Visby CF Bold" pitchFamily="50" charset="0"/>
                        </a:rPr>
                        <a:t>Type</a:t>
                      </a:r>
                    </a:p>
                  </a:txBody>
                  <a:tcPr anchor="ctr">
                    <a:lnB w="38100" cap="flat" cmpd="sng" algn="ctr">
                      <a:solidFill>
                        <a:schemeClr val="tx1"/>
                      </a:solidFill>
                      <a:prstDash val="solid"/>
                      <a:round/>
                      <a:headEnd type="none" w="med" len="med"/>
                      <a:tailEnd type="none" w="med" len="med"/>
                    </a:lnB>
                  </a:tcPr>
                </a:tc>
                <a:tc>
                  <a:txBody>
                    <a:bodyPr/>
                    <a:lstStyle/>
                    <a:p>
                      <a:r>
                        <a:rPr lang="fr-CA" b="1">
                          <a:latin typeface="Visby CF Bold" pitchFamily="50" charset="0"/>
                        </a:rPr>
                        <a:t>Taille</a:t>
                      </a:r>
                    </a:p>
                  </a:txBody>
                  <a:tcPr anchor="ctr">
                    <a:lnB w="38100" cap="flat" cmpd="sng" algn="ctr">
                      <a:solidFill>
                        <a:schemeClr val="tx1"/>
                      </a:solidFill>
                      <a:prstDash val="solid"/>
                      <a:round/>
                      <a:headEnd type="none" w="med" len="med"/>
                      <a:tailEnd type="none" w="med" len="med"/>
                    </a:lnB>
                  </a:tcPr>
                </a:tc>
                <a:tc>
                  <a:txBody>
                    <a:bodyPr/>
                    <a:lstStyle/>
                    <a:p>
                      <a:r>
                        <a:rPr lang="fr-CA" b="1">
                          <a:latin typeface="Visby CF Bold" pitchFamily="50" charset="0"/>
                        </a:rPr>
                        <a:t>Statut</a:t>
                      </a:r>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49927"/>
                  </a:ext>
                </a:extLst>
              </a:tr>
              <a:tr h="370840">
                <a:tc>
                  <a:txBody>
                    <a:bodyPr/>
                    <a:lstStyle/>
                    <a:p>
                      <a:r>
                        <a:rPr lang="fr-CA" sz="1400">
                          <a:latin typeface="Visby CF" pitchFamily="50" charset="0"/>
                        </a:rPr>
                        <a:t>noArticle</a:t>
                      </a:r>
                    </a:p>
                  </a:txBody>
                  <a:tcPr anchor="ctr">
                    <a:lnT w="38100" cap="flat" cmpd="sng" algn="ctr">
                      <a:solidFill>
                        <a:schemeClr val="tx1"/>
                      </a:solidFill>
                      <a:prstDash val="solid"/>
                      <a:round/>
                      <a:headEnd type="none" w="med" len="med"/>
                      <a:tailEnd type="none" w="med" len="med"/>
                    </a:lnT>
                  </a:tcPr>
                </a:tc>
                <a:tc>
                  <a:txBody>
                    <a:bodyPr/>
                    <a:lstStyle/>
                    <a:p>
                      <a:r>
                        <a:rPr lang="fr-CA" sz="1400">
                          <a:latin typeface="Visby CF" pitchFamily="50" charset="0"/>
                        </a:rPr>
                        <a:t>Numéro de l’article</a:t>
                      </a:r>
                    </a:p>
                  </a:txBody>
                  <a:tcPr anchor="ctr">
                    <a:lnT w="38100" cap="flat" cmpd="sng" algn="ctr">
                      <a:solidFill>
                        <a:schemeClr val="tx1"/>
                      </a:solidFill>
                      <a:prstDash val="solid"/>
                      <a:round/>
                      <a:headEnd type="none" w="med" len="med"/>
                      <a:tailEnd type="none" w="med" len="med"/>
                    </a:lnT>
                  </a:tcPr>
                </a:tc>
                <a:tc>
                  <a:txBody>
                    <a:bodyPr/>
                    <a:lstStyle/>
                    <a:p>
                      <a:r>
                        <a:rPr lang="fr-CA" sz="1400">
                          <a:latin typeface="Visby CF" pitchFamily="50" charset="0"/>
                        </a:rPr>
                        <a:t>Nombre entier</a:t>
                      </a:r>
                    </a:p>
                  </a:txBody>
                  <a:tcPr anchor="ctr">
                    <a:lnT w="38100" cap="flat" cmpd="sng" algn="ctr">
                      <a:solidFill>
                        <a:schemeClr val="tx1"/>
                      </a:solidFill>
                      <a:prstDash val="solid"/>
                      <a:round/>
                      <a:headEnd type="none" w="med" len="med"/>
                      <a:tailEnd type="none" w="med" len="med"/>
                    </a:lnT>
                  </a:tcPr>
                </a:tc>
                <a:tc>
                  <a:txBody>
                    <a:bodyPr/>
                    <a:lstStyle/>
                    <a:p>
                      <a:r>
                        <a:rPr lang="fr-CA" sz="1400">
                          <a:latin typeface="Visby CF" pitchFamily="50" charset="0"/>
                        </a:rPr>
                        <a:t>4</a:t>
                      </a:r>
                    </a:p>
                  </a:txBody>
                  <a:tcPr anchor="ctr">
                    <a:lnT w="38100" cap="flat" cmpd="sng" algn="ctr">
                      <a:solidFill>
                        <a:schemeClr val="tx1"/>
                      </a:solidFill>
                      <a:prstDash val="solid"/>
                      <a:round/>
                      <a:headEnd type="none" w="med" len="med"/>
                      <a:tailEnd type="none" w="med" len="med"/>
                    </a:lnT>
                  </a:tcPr>
                </a:tc>
                <a:tc>
                  <a:txBody>
                    <a:bodyPr/>
                    <a:lstStyle/>
                    <a:p>
                      <a:r>
                        <a:rPr lang="fr-CA" sz="1400">
                          <a:latin typeface="Visby CF" pitchFamily="50" charset="0"/>
                        </a:rPr>
                        <a:t>Clé primaire</a:t>
                      </a:r>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546094835"/>
                  </a:ext>
                </a:extLst>
              </a:tr>
              <a:tr h="370840">
                <a:tc>
                  <a:txBody>
                    <a:bodyPr/>
                    <a:lstStyle/>
                    <a:p>
                      <a:r>
                        <a:rPr lang="fr-CA" sz="1400">
                          <a:latin typeface="Visby CF" pitchFamily="50" charset="0"/>
                        </a:rPr>
                        <a:t>nomArticle</a:t>
                      </a:r>
                    </a:p>
                  </a:txBody>
                  <a:tcPr anchor="ctr"/>
                </a:tc>
                <a:tc>
                  <a:txBody>
                    <a:bodyPr/>
                    <a:lstStyle/>
                    <a:p>
                      <a:r>
                        <a:rPr lang="fr-CA" sz="1400">
                          <a:latin typeface="Visby CF" pitchFamily="50" charset="0"/>
                        </a:rPr>
                        <a:t>Nom de l’article</a:t>
                      </a:r>
                    </a:p>
                  </a:txBody>
                  <a:tcPr anchor="ctr"/>
                </a:tc>
                <a:tc>
                  <a:txBody>
                    <a:bodyPr/>
                    <a:lstStyle/>
                    <a:p>
                      <a:r>
                        <a:rPr lang="fr-CA" sz="1400">
                          <a:latin typeface="Visby CF" pitchFamily="50" charset="0"/>
                        </a:rPr>
                        <a:t>Chaîne de caractères</a:t>
                      </a:r>
                    </a:p>
                  </a:txBody>
                  <a:tcPr anchor="ctr"/>
                </a:tc>
                <a:tc>
                  <a:txBody>
                    <a:bodyPr/>
                    <a:lstStyle/>
                    <a:p>
                      <a:r>
                        <a:rPr lang="fr-CA" sz="1400">
                          <a:latin typeface="Visby CF" pitchFamily="50" charset="0"/>
                        </a:rPr>
                        <a:t>50</a:t>
                      </a:r>
                    </a:p>
                  </a:txBody>
                  <a:tcPr anchor="ctr"/>
                </a:tc>
                <a:tc>
                  <a:txBody>
                    <a:bodyPr/>
                    <a:lstStyle/>
                    <a:p>
                      <a:r>
                        <a:rPr lang="fr-CA" sz="1400">
                          <a:latin typeface="Visby CF" pitchFamily="50" charset="0"/>
                        </a:rPr>
                        <a:t>Obligatoire</a:t>
                      </a:r>
                    </a:p>
                  </a:txBody>
                  <a:tcPr anchor="ctr"/>
                </a:tc>
                <a:extLst>
                  <a:ext uri="{0D108BD9-81ED-4DB2-BD59-A6C34878D82A}">
                    <a16:rowId xmlns:a16="http://schemas.microsoft.com/office/drawing/2014/main" val="3553159551"/>
                  </a:ext>
                </a:extLst>
              </a:tr>
              <a:tr h="370840">
                <a:tc>
                  <a:txBody>
                    <a:bodyPr/>
                    <a:lstStyle/>
                    <a:p>
                      <a:r>
                        <a:rPr lang="fr-CA" sz="1400">
                          <a:latin typeface="Visby CF" pitchFamily="50" charset="0"/>
                        </a:rPr>
                        <a:t>prixArticle</a:t>
                      </a:r>
                    </a:p>
                  </a:txBody>
                  <a:tcPr anchor="ctr"/>
                </a:tc>
                <a:tc>
                  <a:txBody>
                    <a:bodyPr/>
                    <a:lstStyle/>
                    <a:p>
                      <a:r>
                        <a:rPr lang="fr-CA" sz="1400">
                          <a:latin typeface="Visby CF" pitchFamily="50" charset="0"/>
                        </a:rPr>
                        <a:t>Prix de vente unitaire de l’article</a:t>
                      </a:r>
                    </a:p>
                  </a:txBody>
                  <a:tcPr anchor="ctr"/>
                </a:tc>
                <a:tc>
                  <a:txBody>
                    <a:bodyPr/>
                    <a:lstStyle/>
                    <a:p>
                      <a:r>
                        <a:rPr lang="fr-CA" sz="1400">
                          <a:latin typeface="Visby CF" pitchFamily="50" charset="0"/>
                        </a:rPr>
                        <a:t>Nombre décimal</a:t>
                      </a:r>
                    </a:p>
                  </a:txBody>
                  <a:tcPr anchor="ctr"/>
                </a:tc>
                <a:tc>
                  <a:txBody>
                    <a:bodyPr/>
                    <a:lstStyle/>
                    <a:p>
                      <a:r>
                        <a:rPr lang="fr-CA" sz="1400">
                          <a:latin typeface="Visby CF" pitchFamily="50" charset="0"/>
                        </a:rPr>
                        <a:t>5</a:t>
                      </a:r>
                    </a:p>
                  </a:txBody>
                  <a:tcPr anchor="ctr"/>
                </a:tc>
                <a:tc>
                  <a:txBody>
                    <a:bodyPr/>
                    <a:lstStyle/>
                    <a:p>
                      <a:r>
                        <a:rPr lang="fr-CA" sz="1400">
                          <a:latin typeface="Visby CF" pitchFamily="50" charset="0"/>
                        </a:rPr>
                        <a:t>Obligatoire</a:t>
                      </a:r>
                    </a:p>
                  </a:txBody>
                  <a:tcPr anchor="ctr"/>
                </a:tc>
                <a:extLst>
                  <a:ext uri="{0D108BD9-81ED-4DB2-BD59-A6C34878D82A}">
                    <a16:rowId xmlns:a16="http://schemas.microsoft.com/office/drawing/2014/main" val="386726519"/>
                  </a:ext>
                </a:extLst>
              </a:tr>
              <a:tr h="370840">
                <a:tc>
                  <a:txBody>
                    <a:bodyPr/>
                    <a:lstStyle/>
                    <a:p>
                      <a:r>
                        <a:rPr lang="fr-CA" sz="1400">
                          <a:latin typeface="Visby CF" pitchFamily="50" charset="0"/>
                        </a:rPr>
                        <a:t>formatArticle</a:t>
                      </a:r>
                    </a:p>
                  </a:txBody>
                  <a:tcPr anchor="ctr"/>
                </a:tc>
                <a:tc>
                  <a:txBody>
                    <a:bodyPr/>
                    <a:lstStyle/>
                    <a:p>
                      <a:r>
                        <a:rPr lang="fr-CA" sz="1400">
                          <a:latin typeface="Visby CF" pitchFamily="50" charset="0"/>
                        </a:rPr>
                        <a:t>Taille de l’article</a:t>
                      </a:r>
                    </a:p>
                  </a:txBody>
                  <a:tcPr anchor="ctr"/>
                </a:tc>
                <a:tc>
                  <a:txBody>
                    <a:bodyPr/>
                    <a:lstStyle/>
                    <a:p>
                      <a:r>
                        <a:rPr lang="fr-CA" sz="1400">
                          <a:latin typeface="Visby CF" pitchFamily="50" charset="0"/>
                        </a:rPr>
                        <a:t>Chaîne de caractères</a:t>
                      </a:r>
                    </a:p>
                  </a:txBody>
                  <a:tcPr anchor="ctr"/>
                </a:tc>
                <a:tc>
                  <a:txBody>
                    <a:bodyPr/>
                    <a:lstStyle/>
                    <a:p>
                      <a:r>
                        <a:rPr lang="fr-CA" sz="1400">
                          <a:latin typeface="Visby CF" pitchFamily="50" charset="0"/>
                        </a:rPr>
                        <a:t>50</a:t>
                      </a:r>
                    </a:p>
                  </a:txBody>
                  <a:tcPr anchor="ctr"/>
                </a:tc>
                <a:tc>
                  <a:txBody>
                    <a:bodyPr/>
                    <a:lstStyle/>
                    <a:p>
                      <a:r>
                        <a:rPr lang="fr-CA" sz="1400">
                          <a:latin typeface="Visby CF" pitchFamily="50" charset="0"/>
                        </a:rPr>
                        <a:t>Facultatif</a:t>
                      </a:r>
                    </a:p>
                  </a:txBody>
                  <a:tcPr anchor="ctr"/>
                </a:tc>
                <a:extLst>
                  <a:ext uri="{0D108BD9-81ED-4DB2-BD59-A6C34878D82A}">
                    <a16:rowId xmlns:a16="http://schemas.microsoft.com/office/drawing/2014/main" val="333295527"/>
                  </a:ext>
                </a:extLst>
              </a:tr>
              <a:tr h="370840">
                <a:tc>
                  <a:txBody>
                    <a:bodyPr/>
                    <a:lstStyle/>
                    <a:p>
                      <a:r>
                        <a:rPr lang="fr-CA" sz="1400">
                          <a:latin typeface="Visby CF" pitchFamily="50" charset="0"/>
                        </a:rPr>
                        <a:t>typeArticle</a:t>
                      </a:r>
                    </a:p>
                  </a:txBody>
                  <a:tcPr anchor="ctr"/>
                </a:tc>
                <a:tc>
                  <a:txBody>
                    <a:bodyPr/>
                    <a:lstStyle/>
                    <a:p>
                      <a:r>
                        <a:rPr lang="fr-CA" sz="1400">
                          <a:latin typeface="Visby CF" pitchFamily="50" charset="0"/>
                        </a:rPr>
                        <a:t>Catégorie d’article dans le menu</a:t>
                      </a:r>
                    </a:p>
                  </a:txBody>
                  <a:tcPr anchor="ctr"/>
                </a:tc>
                <a:tc>
                  <a:txBody>
                    <a:bodyPr/>
                    <a:lstStyle/>
                    <a:p>
                      <a:r>
                        <a:rPr lang="fr-CA" sz="1400">
                          <a:latin typeface="Visby CF" pitchFamily="50" charset="0"/>
                        </a:rPr>
                        <a:t>Alphanumérique</a:t>
                      </a:r>
                    </a:p>
                  </a:txBody>
                  <a:tcPr anchor="ctr"/>
                </a:tc>
                <a:tc>
                  <a:txBody>
                    <a:bodyPr/>
                    <a:lstStyle/>
                    <a:p>
                      <a:r>
                        <a:rPr lang="fr-CA" sz="1400">
                          <a:latin typeface="Visby CF" pitchFamily="50" charset="0"/>
                        </a:rPr>
                        <a:t>50</a:t>
                      </a:r>
                    </a:p>
                  </a:txBody>
                  <a:tcPr anchor="ctr"/>
                </a:tc>
                <a:tc>
                  <a:txBody>
                    <a:bodyPr/>
                    <a:lstStyle/>
                    <a:p>
                      <a:r>
                        <a:rPr lang="fr-CA" sz="1400">
                          <a:latin typeface="Visby CF" pitchFamily="50" charset="0"/>
                        </a:rPr>
                        <a:t>Obligatoire</a:t>
                      </a:r>
                    </a:p>
                  </a:txBody>
                  <a:tcPr anchor="ctr"/>
                </a:tc>
                <a:extLst>
                  <a:ext uri="{0D108BD9-81ED-4DB2-BD59-A6C34878D82A}">
                    <a16:rowId xmlns:a16="http://schemas.microsoft.com/office/drawing/2014/main" val="1113523542"/>
                  </a:ext>
                </a:extLst>
              </a:tr>
            </a:tbl>
          </a:graphicData>
        </a:graphic>
      </p:graphicFrame>
      <p:graphicFrame>
        <p:nvGraphicFramePr>
          <p:cNvPr id="9" name="Tableau 8">
            <a:extLst>
              <a:ext uri="{FF2B5EF4-FFF2-40B4-BE49-F238E27FC236}">
                <a16:creationId xmlns:a16="http://schemas.microsoft.com/office/drawing/2014/main" id="{A2D6DBAB-4F42-932F-1E10-BE51B7CCBF9A}"/>
              </a:ext>
            </a:extLst>
          </p:cNvPr>
          <p:cNvGraphicFramePr>
            <a:graphicFrameLocks noGrp="1"/>
          </p:cNvGraphicFramePr>
          <p:nvPr>
            <p:custDataLst>
              <p:tags r:id="rId5"/>
            </p:custDataLst>
            <p:extLst>
              <p:ext uri="{D42A27DB-BD31-4B8C-83A1-F6EECF244321}">
                <p14:modId xmlns:p14="http://schemas.microsoft.com/office/powerpoint/2010/main" val="1422726620"/>
              </p:ext>
            </p:extLst>
          </p:nvPr>
        </p:nvGraphicFramePr>
        <p:xfrm>
          <a:off x="1095288" y="3849829"/>
          <a:ext cx="10096500" cy="2372360"/>
        </p:xfrm>
        <a:graphic>
          <a:graphicData uri="http://schemas.openxmlformats.org/drawingml/2006/table">
            <a:tbl>
              <a:tblPr firstRow="1" bandRow="1">
                <a:tableStyleId>{5940675A-B579-460E-94D1-54222C63F5DA}</a:tableStyleId>
              </a:tblPr>
              <a:tblGrid>
                <a:gridCol w="1262326">
                  <a:extLst>
                    <a:ext uri="{9D8B030D-6E8A-4147-A177-3AD203B41FA5}">
                      <a16:colId xmlns:a16="http://schemas.microsoft.com/office/drawing/2014/main" val="1805559831"/>
                    </a:ext>
                  </a:extLst>
                </a:gridCol>
                <a:gridCol w="2427514">
                  <a:extLst>
                    <a:ext uri="{9D8B030D-6E8A-4147-A177-3AD203B41FA5}">
                      <a16:colId xmlns:a16="http://schemas.microsoft.com/office/drawing/2014/main" val="3228554661"/>
                    </a:ext>
                  </a:extLst>
                </a:gridCol>
                <a:gridCol w="2368060">
                  <a:extLst>
                    <a:ext uri="{9D8B030D-6E8A-4147-A177-3AD203B41FA5}">
                      <a16:colId xmlns:a16="http://schemas.microsoft.com/office/drawing/2014/main" val="2348430051"/>
                    </a:ext>
                  </a:extLst>
                </a:gridCol>
                <a:gridCol w="2019300">
                  <a:extLst>
                    <a:ext uri="{9D8B030D-6E8A-4147-A177-3AD203B41FA5}">
                      <a16:colId xmlns:a16="http://schemas.microsoft.com/office/drawing/2014/main" val="3990865181"/>
                    </a:ext>
                  </a:extLst>
                </a:gridCol>
                <a:gridCol w="2019300">
                  <a:extLst>
                    <a:ext uri="{9D8B030D-6E8A-4147-A177-3AD203B41FA5}">
                      <a16:colId xmlns:a16="http://schemas.microsoft.com/office/drawing/2014/main" val="145927039"/>
                    </a:ext>
                  </a:extLst>
                </a:gridCol>
              </a:tblGrid>
              <a:tr h="370840">
                <a:tc>
                  <a:txBody>
                    <a:bodyPr/>
                    <a:lstStyle/>
                    <a:p>
                      <a:r>
                        <a:rPr lang="fr-CA">
                          <a:latin typeface="Visby CF" pitchFamily="50" charset="0"/>
                        </a:rPr>
                        <a:t>Nom</a:t>
                      </a:r>
                    </a:p>
                  </a:txBody>
                  <a:tcPr anchor="ctr">
                    <a:lnB w="38100" cap="flat" cmpd="sng" algn="ctr">
                      <a:solidFill>
                        <a:schemeClr val="tx1"/>
                      </a:solidFill>
                      <a:prstDash val="solid"/>
                      <a:round/>
                      <a:headEnd type="none" w="med" len="med"/>
                      <a:tailEnd type="none" w="med" len="med"/>
                    </a:lnB>
                  </a:tcPr>
                </a:tc>
                <a:tc>
                  <a:txBody>
                    <a:bodyPr/>
                    <a:lstStyle/>
                    <a:p>
                      <a:r>
                        <a:rPr lang="fr-CA">
                          <a:latin typeface="Visby CF" pitchFamily="50" charset="0"/>
                        </a:rPr>
                        <a:t>Valeurs acceptées</a:t>
                      </a:r>
                    </a:p>
                  </a:txBody>
                  <a:tcPr anchor="ctr">
                    <a:lnB w="38100" cap="flat" cmpd="sng" algn="ctr">
                      <a:solidFill>
                        <a:schemeClr val="tx1"/>
                      </a:solidFill>
                      <a:prstDash val="solid"/>
                      <a:round/>
                      <a:headEnd type="none" w="med" len="med"/>
                      <a:tailEnd type="none" w="med" len="med"/>
                    </a:lnB>
                  </a:tcPr>
                </a:tc>
                <a:tc>
                  <a:txBody>
                    <a:bodyPr/>
                    <a:lstStyle/>
                    <a:p>
                      <a:r>
                        <a:rPr lang="fr-CA">
                          <a:latin typeface="Visby CF" pitchFamily="50" charset="0"/>
                        </a:rPr>
                        <a:t>Règle de validation</a:t>
                      </a:r>
                    </a:p>
                  </a:txBody>
                  <a:tcPr anchor="ctr">
                    <a:lnB w="38100" cap="flat" cmpd="sng" algn="ctr">
                      <a:solidFill>
                        <a:schemeClr val="tx1"/>
                      </a:solidFill>
                      <a:prstDash val="solid"/>
                      <a:round/>
                      <a:headEnd type="none" w="med" len="med"/>
                      <a:tailEnd type="none" w="med" len="med"/>
                    </a:lnB>
                  </a:tcPr>
                </a:tc>
                <a:tc>
                  <a:txBody>
                    <a:bodyPr/>
                    <a:lstStyle/>
                    <a:p>
                      <a:r>
                        <a:rPr lang="fr-CA">
                          <a:latin typeface="Visby CF" pitchFamily="50" charset="0"/>
                        </a:rPr>
                        <a:t>Règle de calcul</a:t>
                      </a:r>
                    </a:p>
                  </a:txBody>
                  <a:tcPr anchor="ctr">
                    <a:lnB w="38100" cap="flat" cmpd="sng" algn="ctr">
                      <a:solidFill>
                        <a:schemeClr val="tx1"/>
                      </a:solidFill>
                      <a:prstDash val="solid"/>
                      <a:round/>
                      <a:headEnd type="none" w="med" len="med"/>
                      <a:tailEnd type="none" w="med" len="med"/>
                    </a:lnB>
                  </a:tcPr>
                </a:tc>
                <a:tc>
                  <a:txBody>
                    <a:bodyPr/>
                    <a:lstStyle/>
                    <a:p>
                      <a:r>
                        <a:rPr lang="fr-CA">
                          <a:latin typeface="Visby CF" pitchFamily="50" charset="0"/>
                        </a:rPr>
                        <a:t>Exemple</a:t>
                      </a:r>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49927"/>
                  </a:ext>
                </a:extLst>
              </a:tr>
              <a:tr h="370840">
                <a:tc>
                  <a:txBody>
                    <a:bodyPr/>
                    <a:lstStyle/>
                    <a:p>
                      <a:r>
                        <a:rPr lang="fr-CA" sz="1400">
                          <a:latin typeface="Visby CF" pitchFamily="50" charset="0"/>
                        </a:rPr>
                        <a:t>noArticle</a:t>
                      </a:r>
                    </a:p>
                  </a:txBody>
                  <a:tcPr anchor="ctr">
                    <a:lnT w="38100" cap="flat" cmpd="sng" algn="ctr">
                      <a:solidFill>
                        <a:schemeClr val="tx1"/>
                      </a:solidFill>
                      <a:prstDash val="solid"/>
                      <a:round/>
                      <a:headEnd type="none" w="med" len="med"/>
                      <a:tailEnd type="none" w="med" len="med"/>
                    </a:lnT>
                  </a:tcPr>
                </a:tc>
                <a:tc>
                  <a:txBody>
                    <a:bodyPr/>
                    <a:lstStyle/>
                    <a:p>
                      <a:endParaRPr lang="fr-CA" sz="1400">
                        <a:latin typeface="Visby CF" pitchFamily="50" charset="0"/>
                      </a:endParaRPr>
                    </a:p>
                  </a:txBody>
                  <a:tcPr anchor="ctr">
                    <a:lnT w="381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a:latin typeface="Visby CF" pitchFamily="50" charset="0"/>
                        </a:rPr>
                        <a:t>Entre 1 et 9 999</a:t>
                      </a:r>
                    </a:p>
                  </a:txBody>
                  <a:tcPr anchor="ctr">
                    <a:lnT w="38100" cap="flat" cmpd="sng" algn="ctr">
                      <a:solidFill>
                        <a:schemeClr val="tx1"/>
                      </a:solidFill>
                      <a:prstDash val="solid"/>
                      <a:round/>
                      <a:headEnd type="none" w="med" len="med"/>
                      <a:tailEnd type="none" w="med" len="med"/>
                    </a:lnT>
                  </a:tcPr>
                </a:tc>
                <a:tc>
                  <a:txBody>
                    <a:bodyPr/>
                    <a:lstStyle/>
                    <a:p>
                      <a:endParaRPr lang="fr-CA" sz="1400">
                        <a:latin typeface="Visby CF" pitchFamily="50" charset="0"/>
                      </a:endParaRPr>
                    </a:p>
                  </a:txBody>
                  <a:tcPr anchor="ctr">
                    <a:lnT w="38100" cap="flat" cmpd="sng" algn="ctr">
                      <a:solidFill>
                        <a:schemeClr val="tx1"/>
                      </a:solidFill>
                      <a:prstDash val="solid"/>
                      <a:round/>
                      <a:headEnd type="none" w="med" len="med"/>
                      <a:tailEnd type="none" w="med" len="med"/>
                    </a:lnT>
                  </a:tcPr>
                </a:tc>
                <a:tc>
                  <a:txBody>
                    <a:bodyPr/>
                    <a:lstStyle/>
                    <a:p>
                      <a:r>
                        <a:rPr lang="fr-CA" sz="1400">
                          <a:latin typeface="Visby CF" pitchFamily="50" charset="0"/>
                        </a:rPr>
                        <a:t>36</a:t>
                      </a:r>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546094835"/>
                  </a:ext>
                </a:extLst>
              </a:tr>
              <a:tr h="370840">
                <a:tc>
                  <a:txBody>
                    <a:bodyPr/>
                    <a:lstStyle/>
                    <a:p>
                      <a:r>
                        <a:rPr lang="fr-CA" sz="1400">
                          <a:latin typeface="Visby CF" pitchFamily="50" charset="0"/>
                        </a:rPr>
                        <a:t>nomArticle</a:t>
                      </a:r>
                    </a:p>
                  </a:txBody>
                  <a:tcPr anchor="ctr"/>
                </a:tc>
                <a:tc>
                  <a:txBody>
                    <a:bodyPr/>
                    <a:lstStyle/>
                    <a:p>
                      <a:endParaRPr lang="fr-CA" sz="1400">
                        <a:latin typeface="Visby CF" pitchFamily="50" charset="0"/>
                      </a:endParaRPr>
                    </a:p>
                  </a:txBody>
                  <a:tcPr anchor="ctr"/>
                </a:tc>
                <a:tc>
                  <a:txBody>
                    <a:bodyPr/>
                    <a:lstStyle/>
                    <a:p>
                      <a:r>
                        <a:rPr lang="fr-CA" sz="1400">
                          <a:latin typeface="Visby CF" pitchFamily="50" charset="0"/>
                        </a:rPr>
                        <a:t>Alphanumérique</a:t>
                      </a:r>
                    </a:p>
                  </a:txBody>
                  <a:tcPr anchor="ctr"/>
                </a:tc>
                <a:tc>
                  <a:txBody>
                    <a:bodyPr/>
                    <a:lstStyle/>
                    <a:p>
                      <a:endParaRPr lang="fr-CA" sz="1400">
                        <a:latin typeface="Visby CF" pitchFamily="50" charset="0"/>
                      </a:endParaRPr>
                    </a:p>
                  </a:txBody>
                  <a:tcPr anchor="ctr"/>
                </a:tc>
                <a:tc>
                  <a:txBody>
                    <a:bodyPr/>
                    <a:lstStyle/>
                    <a:p>
                      <a:r>
                        <a:rPr lang="fr-CA" sz="1400">
                          <a:latin typeface="Visby CF" pitchFamily="50" charset="0"/>
                        </a:rPr>
                        <a:t>Pizza L Toute garnie</a:t>
                      </a:r>
                    </a:p>
                  </a:txBody>
                  <a:tcPr anchor="ctr"/>
                </a:tc>
                <a:extLst>
                  <a:ext uri="{0D108BD9-81ED-4DB2-BD59-A6C34878D82A}">
                    <a16:rowId xmlns:a16="http://schemas.microsoft.com/office/drawing/2014/main" val="1202514848"/>
                  </a:ext>
                </a:extLst>
              </a:tr>
              <a:tr h="370840">
                <a:tc>
                  <a:txBody>
                    <a:bodyPr/>
                    <a:lstStyle/>
                    <a:p>
                      <a:r>
                        <a:rPr lang="fr-CA" sz="1400">
                          <a:latin typeface="Visby CF" pitchFamily="50" charset="0"/>
                        </a:rPr>
                        <a:t>prixArticle</a:t>
                      </a:r>
                    </a:p>
                  </a:txBody>
                  <a:tcPr anchor="ctr"/>
                </a:tc>
                <a:tc>
                  <a:txBody>
                    <a:bodyPr/>
                    <a:lstStyle/>
                    <a:p>
                      <a:endParaRPr lang="fr-CA" sz="1400">
                        <a:latin typeface="Visby CF" pitchFamily="50" charset="0"/>
                      </a:endParaRPr>
                    </a:p>
                  </a:txBody>
                  <a:tcPr anchor="ctr"/>
                </a:tc>
                <a:tc>
                  <a:txBody>
                    <a:bodyPr/>
                    <a:lstStyle/>
                    <a:p>
                      <a:r>
                        <a:rPr lang="fr-CA" sz="1400">
                          <a:latin typeface="Visby CF" pitchFamily="50" charset="0"/>
                        </a:rPr>
                        <a:t>000,00$</a:t>
                      </a:r>
                    </a:p>
                  </a:txBody>
                  <a:tcPr anchor="ctr"/>
                </a:tc>
                <a:tc>
                  <a:txBody>
                    <a:bodyPr/>
                    <a:lstStyle/>
                    <a:p>
                      <a:endParaRPr lang="fr-CA" sz="1400">
                        <a:latin typeface="Visby CF" pitchFamily="50" charset="0"/>
                      </a:endParaRPr>
                    </a:p>
                  </a:txBody>
                  <a:tcPr anchor="ctr"/>
                </a:tc>
                <a:tc>
                  <a:txBody>
                    <a:bodyPr/>
                    <a:lstStyle/>
                    <a:p>
                      <a:r>
                        <a:rPr lang="fr-CA" sz="1400">
                          <a:latin typeface="Visby CF" pitchFamily="50" charset="0"/>
                        </a:rPr>
                        <a:t>23,99$</a:t>
                      </a:r>
                    </a:p>
                  </a:txBody>
                  <a:tcPr anchor="ctr"/>
                </a:tc>
                <a:extLst>
                  <a:ext uri="{0D108BD9-81ED-4DB2-BD59-A6C34878D82A}">
                    <a16:rowId xmlns:a16="http://schemas.microsoft.com/office/drawing/2014/main" val="386726519"/>
                  </a:ext>
                </a:extLst>
              </a:tr>
              <a:tr h="370840">
                <a:tc>
                  <a:txBody>
                    <a:bodyPr/>
                    <a:lstStyle/>
                    <a:p>
                      <a:r>
                        <a:rPr lang="fr-CA" sz="1400">
                          <a:latin typeface="Visby CF" pitchFamily="50" charset="0"/>
                        </a:rPr>
                        <a:t>formatArticle</a:t>
                      </a:r>
                    </a:p>
                  </a:txBody>
                  <a:tcPr anchor="ctr"/>
                </a:tc>
                <a:tc>
                  <a:txBody>
                    <a:bodyPr/>
                    <a:lstStyle/>
                    <a:p>
                      <a:endParaRPr lang="fr-CA" sz="1400">
                        <a:latin typeface="Visby CF" pitchFamily="50" charset="0"/>
                      </a:endParaRPr>
                    </a:p>
                  </a:txBody>
                  <a:tcPr anchor="ctr"/>
                </a:tc>
                <a:tc>
                  <a:txBody>
                    <a:bodyPr/>
                    <a:lstStyle/>
                    <a:p>
                      <a:r>
                        <a:rPr lang="fr-CA" sz="1400">
                          <a:latin typeface="Visby CF" pitchFamily="50" charset="0"/>
                        </a:rPr>
                        <a:t>Alphanumérique</a:t>
                      </a:r>
                    </a:p>
                  </a:txBody>
                  <a:tcPr anchor="ctr"/>
                </a:tc>
                <a:tc>
                  <a:txBody>
                    <a:bodyPr/>
                    <a:lstStyle/>
                    <a:p>
                      <a:endParaRPr lang="fr-CA" sz="1400">
                        <a:latin typeface="Visby CF" pitchFamily="50" charset="0"/>
                      </a:endParaRPr>
                    </a:p>
                  </a:txBody>
                  <a:tcPr anchor="ctr"/>
                </a:tc>
                <a:tc>
                  <a:txBody>
                    <a:bodyPr/>
                    <a:lstStyle/>
                    <a:p>
                      <a:r>
                        <a:rPr lang="fr-CA" sz="1400">
                          <a:latin typeface="Visby CF" pitchFamily="50" charset="0"/>
                        </a:rPr>
                        <a:t>355 ml</a:t>
                      </a:r>
                    </a:p>
                  </a:txBody>
                  <a:tcPr anchor="ctr"/>
                </a:tc>
                <a:extLst>
                  <a:ext uri="{0D108BD9-81ED-4DB2-BD59-A6C34878D82A}">
                    <a16:rowId xmlns:a16="http://schemas.microsoft.com/office/drawing/2014/main" val="1279930123"/>
                  </a:ext>
                </a:extLst>
              </a:tr>
              <a:tr h="370840">
                <a:tc>
                  <a:txBody>
                    <a:bodyPr/>
                    <a:lstStyle/>
                    <a:p>
                      <a:r>
                        <a:rPr lang="fr-CA" sz="1400">
                          <a:latin typeface="Visby CF" pitchFamily="50" charset="0"/>
                        </a:rPr>
                        <a:t>typeArticle</a:t>
                      </a:r>
                    </a:p>
                  </a:txBody>
                  <a:tcPr anchor="ctr"/>
                </a:tc>
                <a:tc>
                  <a:txBody>
                    <a:bodyPr/>
                    <a:lstStyle/>
                    <a:p>
                      <a:r>
                        <a:rPr lang="fr-CA" sz="1400">
                          <a:latin typeface="Visby CF" pitchFamily="50" charset="0"/>
                        </a:rPr>
                        <a:t>Plat principal; À côté; Extra; Dessert; Breuvage</a:t>
                      </a:r>
                    </a:p>
                  </a:txBody>
                  <a:tcPr anchor="ctr"/>
                </a:tc>
                <a:tc>
                  <a:txBody>
                    <a:bodyPr/>
                    <a:lstStyle/>
                    <a:p>
                      <a:endParaRPr lang="fr-CA" sz="1400">
                        <a:latin typeface="Visby CF" pitchFamily="50" charset="0"/>
                      </a:endParaRPr>
                    </a:p>
                  </a:txBody>
                  <a:tcPr anchor="ctr"/>
                </a:tc>
                <a:tc>
                  <a:txBody>
                    <a:bodyPr/>
                    <a:lstStyle/>
                    <a:p>
                      <a:endParaRPr lang="fr-CA" sz="1400">
                        <a:latin typeface="Visby CF" pitchFamily="50" charset="0"/>
                      </a:endParaRPr>
                    </a:p>
                  </a:txBody>
                  <a:tcPr anchor="ctr"/>
                </a:tc>
                <a:tc>
                  <a:txBody>
                    <a:bodyPr/>
                    <a:lstStyle/>
                    <a:p>
                      <a:r>
                        <a:rPr lang="fr-CA" sz="1400">
                          <a:latin typeface="Visby CF" pitchFamily="50" charset="0"/>
                        </a:rPr>
                        <a:t>Plat principal</a:t>
                      </a:r>
                    </a:p>
                  </a:txBody>
                  <a:tcPr anchor="ctr"/>
                </a:tc>
                <a:extLst>
                  <a:ext uri="{0D108BD9-81ED-4DB2-BD59-A6C34878D82A}">
                    <a16:rowId xmlns:a16="http://schemas.microsoft.com/office/drawing/2014/main" val="1229147934"/>
                  </a:ext>
                </a:extLst>
              </a:tr>
            </a:tbl>
          </a:graphicData>
        </a:graphic>
      </p:graphicFrame>
      <p:pic>
        <p:nvPicPr>
          <p:cNvPr id="10" name="Image 9" descr="Une image contenant Police, Graphique, capture d’écran, graphisme&#10;&#10;Description générée automatiquement">
            <a:extLst>
              <a:ext uri="{FF2B5EF4-FFF2-40B4-BE49-F238E27FC236}">
                <a16:creationId xmlns:a16="http://schemas.microsoft.com/office/drawing/2014/main" id="{124C4E68-3236-17A2-B066-9B6449473CB4}"/>
              </a:ext>
            </a:extLst>
          </p:cNvPr>
          <p:cNvPicPr>
            <a:picLocks noChangeAspect="1"/>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6" name="ZoneTexte 5">
            <a:extLst>
              <a:ext uri="{FF2B5EF4-FFF2-40B4-BE49-F238E27FC236}">
                <a16:creationId xmlns:a16="http://schemas.microsoft.com/office/drawing/2014/main" id="{F555E3E9-0A21-25F3-B41F-0AF18D0BDAD6}"/>
              </a:ext>
            </a:extLst>
          </p:cNvPr>
          <p:cNvSpPr txBox="1"/>
          <p:nvPr>
            <p:custDataLst>
              <p:tags r:id="rId7"/>
            </p:custDataLst>
          </p:nvPr>
        </p:nvSpPr>
        <p:spPr>
          <a:xfrm>
            <a:off x="10910723" y="2114085"/>
            <a:ext cx="556563" cy="646331"/>
          </a:xfrm>
          <a:prstGeom prst="rect">
            <a:avLst/>
          </a:prstGeom>
          <a:noFill/>
        </p:spPr>
        <p:txBody>
          <a:bodyPr wrap="none" rtlCol="0">
            <a:spAutoFit/>
          </a:bodyPr>
          <a:lstStyle/>
          <a:p>
            <a:r>
              <a:rPr lang="fr-CA" sz="3600"/>
              <a:t>…</a:t>
            </a:r>
            <a:r>
              <a:rPr lang="fr-CA"/>
              <a:t> </a:t>
            </a:r>
          </a:p>
        </p:txBody>
      </p:sp>
      <p:sp>
        <p:nvSpPr>
          <p:cNvPr id="12" name="ZoneTexte 11">
            <a:extLst>
              <a:ext uri="{FF2B5EF4-FFF2-40B4-BE49-F238E27FC236}">
                <a16:creationId xmlns:a16="http://schemas.microsoft.com/office/drawing/2014/main" id="{21E9EB27-A121-F428-71E0-288559695281}"/>
              </a:ext>
            </a:extLst>
          </p:cNvPr>
          <p:cNvSpPr txBox="1"/>
          <p:nvPr>
            <p:custDataLst>
              <p:tags r:id="rId8"/>
            </p:custDataLst>
          </p:nvPr>
        </p:nvSpPr>
        <p:spPr>
          <a:xfrm>
            <a:off x="415020" y="4646828"/>
            <a:ext cx="556563" cy="646331"/>
          </a:xfrm>
          <a:prstGeom prst="rect">
            <a:avLst/>
          </a:prstGeom>
          <a:noFill/>
        </p:spPr>
        <p:txBody>
          <a:bodyPr wrap="none" rtlCol="0">
            <a:spAutoFit/>
          </a:bodyPr>
          <a:lstStyle/>
          <a:p>
            <a:r>
              <a:rPr lang="fr-CA" sz="3600"/>
              <a:t>…</a:t>
            </a:r>
            <a:r>
              <a:rPr lang="fr-CA"/>
              <a:t> </a:t>
            </a:r>
          </a:p>
        </p:txBody>
      </p:sp>
    </p:spTree>
    <p:extLst>
      <p:ext uri="{BB962C8B-B14F-4D97-AF65-F5344CB8AC3E}">
        <p14:creationId xmlns:p14="http://schemas.microsoft.com/office/powerpoint/2010/main" val="2142781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1B254C-49E5-47D1-4952-9005C96360D4}"/>
              </a:ext>
            </a:extLst>
          </p:cNvPr>
          <p:cNvSpPr>
            <a:spLocks noGrp="1"/>
          </p:cNvSpPr>
          <p:nvPr>
            <p:ph type="title"/>
            <p:custDataLst>
              <p:tags r:id="rId1"/>
            </p:custDataLst>
          </p:nvPr>
        </p:nvSpPr>
        <p:spPr/>
        <p:txBody>
          <a:bodyPr>
            <a:normAutofit/>
          </a:bodyPr>
          <a:lstStyle/>
          <a:p>
            <a:r>
              <a:rPr lang="fr-CA" dirty="0"/>
              <a:t>Clé primaire table Article</a:t>
            </a:r>
          </a:p>
        </p:txBody>
      </p:sp>
      <p:sp>
        <p:nvSpPr>
          <p:cNvPr id="3" name="Espace réservé du contenu 2">
            <a:extLst>
              <a:ext uri="{FF2B5EF4-FFF2-40B4-BE49-F238E27FC236}">
                <a16:creationId xmlns:a16="http://schemas.microsoft.com/office/drawing/2014/main" id="{03776056-125F-DDE3-8E44-9EABCA3831D3}"/>
              </a:ext>
            </a:extLst>
          </p:cNvPr>
          <p:cNvSpPr>
            <a:spLocks noGrp="1"/>
          </p:cNvSpPr>
          <p:nvPr>
            <p:ph idx="1"/>
            <p:custDataLst>
              <p:tags r:id="rId2"/>
            </p:custDataLst>
          </p:nvPr>
        </p:nvSpPr>
        <p:spPr/>
        <p:txBody>
          <a:bodyPr/>
          <a:lstStyle/>
          <a:p>
            <a:r>
              <a:rPr lang="fr-CA" dirty="0"/>
              <a:t>Avant de procéder, c’est le moment idéal de réfléchir à la clé primaire de l’entité Article. Dans notre modèle logique issu de la normalisation, la clé primaire de la table Article était le </a:t>
            </a:r>
            <a:r>
              <a:rPr lang="fr-CA" dirty="0" err="1"/>
              <a:t>nomArticle</a:t>
            </a:r>
            <a:r>
              <a:rPr lang="fr-CA" dirty="0"/>
              <a:t> puisque nous n’avions aucune référence aux numéros. Dans le modèle issu du modèle conceptuel, nous avions </a:t>
            </a:r>
            <a:r>
              <a:rPr lang="fr-CA"/>
              <a:t>mis noArticle et </a:t>
            </a:r>
            <a:r>
              <a:rPr lang="fr-CA" dirty="0"/>
              <a:t>c’est ce qui devrait être conservé pour assurer l’intégrité référentielle.</a:t>
            </a:r>
          </a:p>
          <a:p>
            <a:endParaRPr lang="fr-CA" dirty="0"/>
          </a:p>
        </p:txBody>
      </p:sp>
      <p:pic>
        <p:nvPicPr>
          <p:cNvPr id="5" name="Image 4">
            <a:extLst>
              <a:ext uri="{FF2B5EF4-FFF2-40B4-BE49-F238E27FC236}">
                <a16:creationId xmlns:a16="http://schemas.microsoft.com/office/drawing/2014/main" id="{7BD02648-DCFD-2E32-676F-959B79F07225}"/>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rcRect/>
          <a:stretch/>
        </p:blipFill>
        <p:spPr>
          <a:xfrm>
            <a:off x="1226011" y="4203791"/>
            <a:ext cx="9739976" cy="1933845"/>
          </a:xfrm>
          <a:prstGeom prst="rect">
            <a:avLst/>
          </a:prstGeom>
        </p:spPr>
      </p:pic>
      <p:pic>
        <p:nvPicPr>
          <p:cNvPr id="6" name="Graphique 5" descr="Pizza entière contour">
            <a:extLst>
              <a:ext uri="{FF2B5EF4-FFF2-40B4-BE49-F238E27FC236}">
                <a16:creationId xmlns:a16="http://schemas.microsoft.com/office/drawing/2014/main" id="{974FFF3C-CFB9-613E-A89D-885D3D50E7F2}"/>
              </a:ext>
            </a:extLst>
          </p:cNvPr>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02017" y="43545"/>
            <a:ext cx="801441" cy="801441"/>
          </a:xfrm>
          <a:prstGeom prst="rect">
            <a:avLst/>
          </a:prstGeom>
        </p:spPr>
      </p:pic>
      <p:pic>
        <p:nvPicPr>
          <p:cNvPr id="7" name="Image 6" descr="Une image contenant Police, Graphique, capture d’écran, graphisme  Description générée automatiquement">
            <a:extLst>
              <a:ext uri="{FF2B5EF4-FFF2-40B4-BE49-F238E27FC236}">
                <a16:creationId xmlns:a16="http://schemas.microsoft.com/office/drawing/2014/main" id="{9BE2AB21-6515-299D-FADF-210E0487E776}"/>
              </a:ext>
            </a:extLst>
          </p:cNvPr>
          <p:cNvPicPr>
            <a:picLocks noChangeAspect="1"/>
          </p:cNvPicPr>
          <p:nvPr>
            <p:custDataLst>
              <p:tags r:id="rId5"/>
            </p:custDataLst>
          </p:nvPr>
        </p:nvPicPr>
        <p:blipFill>
          <a:blip r:embed="rId9">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192164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E8D1EC-3D26-D3EA-8EED-5D40C8414A29}"/>
              </a:ext>
            </a:extLst>
          </p:cNvPr>
          <p:cNvSpPr>
            <a:spLocks noGrp="1"/>
          </p:cNvSpPr>
          <p:nvPr>
            <p:ph type="title"/>
            <p:custDataLst>
              <p:tags r:id="rId1"/>
            </p:custDataLst>
          </p:nvPr>
        </p:nvSpPr>
        <p:spPr/>
        <p:txBody>
          <a:bodyPr/>
          <a:lstStyle/>
          <a:p>
            <a:r>
              <a:rPr lang="fr-CA"/>
              <a:t>Création de la table Article</a:t>
            </a:r>
          </a:p>
        </p:txBody>
      </p:sp>
      <p:sp>
        <p:nvSpPr>
          <p:cNvPr id="3" name="Espace réservé du contenu 2">
            <a:extLst>
              <a:ext uri="{FF2B5EF4-FFF2-40B4-BE49-F238E27FC236}">
                <a16:creationId xmlns:a16="http://schemas.microsoft.com/office/drawing/2014/main" id="{5B20C1AA-C004-5DBD-2F99-0D554FCD334F}"/>
              </a:ext>
            </a:extLst>
          </p:cNvPr>
          <p:cNvSpPr>
            <a:spLocks noGrp="1"/>
          </p:cNvSpPr>
          <p:nvPr>
            <p:ph idx="1"/>
            <p:custDataLst>
              <p:tags r:id="rId2"/>
            </p:custDataLst>
          </p:nvPr>
        </p:nvSpPr>
        <p:spPr/>
        <p:txBody>
          <a:bodyPr anchor="ctr">
            <a:normAutofit/>
          </a:bodyPr>
          <a:lstStyle/>
          <a:p>
            <a:r>
              <a:rPr lang="fr-CA"/>
              <a:t>Ici aussi, c’est l’utilisation d’un champ de type </a:t>
            </a:r>
            <a:br>
              <a:rPr lang="fr-CA"/>
            </a:br>
            <a:r>
              <a:rPr lang="fr-CA">
                <a:solidFill>
                  <a:schemeClr val="accent2"/>
                </a:solidFill>
                <a:latin typeface="Visby Slab CF Bold" panose="00000800000000000000" pitchFamily="50" charset="0"/>
              </a:rPr>
              <a:t>Sélection unique</a:t>
            </a:r>
            <a:r>
              <a:rPr lang="fr-CA"/>
              <a:t> qui permet </a:t>
            </a:r>
            <a:br>
              <a:rPr lang="fr-CA"/>
            </a:br>
            <a:r>
              <a:rPr lang="fr-CA"/>
              <a:t>l’opérationnalisation des valeurs acceptées </a:t>
            </a:r>
            <a:br>
              <a:rPr lang="fr-CA"/>
            </a:br>
            <a:r>
              <a:rPr lang="fr-CA"/>
              <a:t>retrouvées dans le dictionnaire de données</a:t>
            </a:r>
          </a:p>
          <a:p>
            <a:pPr marL="0" indent="0">
              <a:buNone/>
            </a:pPr>
            <a:endParaRPr lang="fr-CA"/>
          </a:p>
          <a:p>
            <a:endParaRPr lang="fr-CA"/>
          </a:p>
          <a:p>
            <a:endParaRPr lang="fr-CA"/>
          </a:p>
          <a:p>
            <a:endParaRPr lang="fr-CA"/>
          </a:p>
        </p:txBody>
      </p:sp>
      <p:pic>
        <p:nvPicPr>
          <p:cNvPr id="6" name="Image 5" descr="Une image contenant Police, Graphique, capture d’écran, graphisme  Description générée automatiquement">
            <a:extLst>
              <a:ext uri="{FF2B5EF4-FFF2-40B4-BE49-F238E27FC236}">
                <a16:creationId xmlns:a16="http://schemas.microsoft.com/office/drawing/2014/main" id="{14CB60C8-DF17-1CBE-A676-C5707B0A3C78}"/>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10" name="Graphique 9" descr="Pizza entière contour">
            <a:extLst>
              <a:ext uri="{FF2B5EF4-FFF2-40B4-BE49-F238E27FC236}">
                <a16:creationId xmlns:a16="http://schemas.microsoft.com/office/drawing/2014/main" id="{1B0ECEB8-EF2B-9F2C-3A61-186A1DD1EE07}"/>
              </a:ext>
            </a:extLst>
          </p:cNvPr>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02017" y="43545"/>
            <a:ext cx="801441" cy="801441"/>
          </a:xfrm>
          <a:prstGeom prst="rect">
            <a:avLst/>
          </a:prstGeom>
        </p:spPr>
      </p:pic>
      <p:grpSp>
        <p:nvGrpSpPr>
          <p:cNvPr id="11" name="Groupe 10">
            <a:extLst>
              <a:ext uri="{FF2B5EF4-FFF2-40B4-BE49-F238E27FC236}">
                <a16:creationId xmlns:a16="http://schemas.microsoft.com/office/drawing/2014/main" id="{DD5EA53E-9368-BF3F-6C8A-071FF1F11A4A}"/>
              </a:ext>
            </a:extLst>
          </p:cNvPr>
          <p:cNvGrpSpPr/>
          <p:nvPr>
            <p:custDataLst>
              <p:tags r:id="rId5"/>
            </p:custDataLst>
          </p:nvPr>
        </p:nvGrpSpPr>
        <p:grpSpPr>
          <a:xfrm>
            <a:off x="7228114" y="1164771"/>
            <a:ext cx="4071257" cy="5390817"/>
            <a:chOff x="7228114" y="1164771"/>
            <a:chExt cx="4071257" cy="5390817"/>
          </a:xfrm>
        </p:grpSpPr>
        <p:grpSp>
          <p:nvGrpSpPr>
            <p:cNvPr id="8" name="Groupe 7">
              <a:extLst>
                <a:ext uri="{FF2B5EF4-FFF2-40B4-BE49-F238E27FC236}">
                  <a16:creationId xmlns:a16="http://schemas.microsoft.com/office/drawing/2014/main" id="{AEC91D0B-79F1-ABB5-D0D6-30C39F0A1653}"/>
                </a:ext>
              </a:extLst>
            </p:cNvPr>
            <p:cNvGrpSpPr/>
            <p:nvPr/>
          </p:nvGrpSpPr>
          <p:grpSpPr>
            <a:xfrm>
              <a:off x="7238723" y="1192037"/>
              <a:ext cx="4055335" cy="5330388"/>
              <a:chOff x="4114523" y="1337970"/>
              <a:chExt cx="4055335" cy="5330388"/>
            </a:xfrm>
          </p:grpSpPr>
          <p:pic>
            <p:nvPicPr>
              <p:cNvPr id="5" name="Image 4">
                <a:extLst>
                  <a:ext uri="{FF2B5EF4-FFF2-40B4-BE49-F238E27FC236}">
                    <a16:creationId xmlns:a16="http://schemas.microsoft.com/office/drawing/2014/main" id="{07C9B286-85A3-C619-7CB4-E7EAFF6C92DC}"/>
                  </a:ext>
                </a:extLst>
              </p:cNvPr>
              <p:cNvPicPr>
                <a:picLocks noChangeAspect="1"/>
              </p:cNvPicPr>
              <p:nvPr/>
            </p:nvPicPr>
            <p:blipFill>
              <a:blip r:embed="rId9"/>
              <a:stretch>
                <a:fillRect/>
              </a:stretch>
            </p:blipFill>
            <p:spPr>
              <a:xfrm>
                <a:off x="4225958" y="2629194"/>
                <a:ext cx="3943900" cy="4039164"/>
              </a:xfrm>
              <a:prstGeom prst="rect">
                <a:avLst/>
              </a:prstGeom>
              <a:ln>
                <a:noFill/>
              </a:ln>
            </p:spPr>
          </p:pic>
          <p:pic>
            <p:nvPicPr>
              <p:cNvPr id="7" name="Image 6">
                <a:extLst>
                  <a:ext uri="{FF2B5EF4-FFF2-40B4-BE49-F238E27FC236}">
                    <a16:creationId xmlns:a16="http://schemas.microsoft.com/office/drawing/2014/main" id="{184B558F-318D-D95B-DDB9-F040466EDBFA}"/>
                  </a:ext>
                </a:extLst>
              </p:cNvPr>
              <p:cNvPicPr>
                <a:picLocks noChangeAspect="1"/>
              </p:cNvPicPr>
              <p:nvPr/>
            </p:nvPicPr>
            <p:blipFill>
              <a:blip r:embed="rId10"/>
              <a:stretch>
                <a:fillRect/>
              </a:stretch>
            </p:blipFill>
            <p:spPr>
              <a:xfrm>
                <a:off x="4114523" y="1337970"/>
                <a:ext cx="3962953" cy="4182059"/>
              </a:xfrm>
              <a:prstGeom prst="rect">
                <a:avLst/>
              </a:prstGeom>
            </p:spPr>
          </p:pic>
        </p:grpSp>
        <p:sp>
          <p:nvSpPr>
            <p:cNvPr id="9" name="Rectangle 8">
              <a:extLst>
                <a:ext uri="{FF2B5EF4-FFF2-40B4-BE49-F238E27FC236}">
                  <a16:creationId xmlns:a16="http://schemas.microsoft.com/office/drawing/2014/main" id="{E84475E0-220A-637E-7BE9-01C7D1587581}"/>
                </a:ext>
              </a:extLst>
            </p:cNvPr>
            <p:cNvSpPr/>
            <p:nvPr/>
          </p:nvSpPr>
          <p:spPr>
            <a:xfrm>
              <a:off x="7228114" y="1164771"/>
              <a:ext cx="4071257" cy="5390817"/>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1443177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2D7F1-456E-E67F-2DCE-B5B819F9A8E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3F7851F-D63B-0FCC-DC2F-AB0705019ED6}"/>
              </a:ext>
            </a:extLst>
          </p:cNvPr>
          <p:cNvSpPr>
            <a:spLocks noGrp="1"/>
          </p:cNvSpPr>
          <p:nvPr>
            <p:ph idx="1"/>
            <p:custDataLst>
              <p:tags r:id="rId1"/>
            </p:custDataLst>
          </p:nvPr>
        </p:nvSpPr>
        <p:spPr/>
        <p:txBody>
          <a:bodyPr anchor="t"/>
          <a:lstStyle/>
          <a:p>
            <a:pPr>
              <a:spcAft>
                <a:spcPts val="1200"/>
              </a:spcAft>
            </a:pPr>
            <a:r>
              <a:rPr lang="fr-CA"/>
              <a:t>Peut-on directement relier les tables Article et Commande?</a:t>
            </a:r>
          </a:p>
          <a:p>
            <a:pPr marL="457200" indent="-457200">
              <a:buFont typeface="+mj-lt"/>
              <a:buAutoNum type="arabicPeriod" startAt="5"/>
            </a:pPr>
            <a:endParaRPr lang="fr-CA"/>
          </a:p>
        </p:txBody>
      </p:sp>
      <p:pic>
        <p:nvPicPr>
          <p:cNvPr id="1026" name="Picture 2">
            <a:extLst>
              <a:ext uri="{FF2B5EF4-FFF2-40B4-BE49-F238E27FC236}">
                <a16:creationId xmlns:a16="http://schemas.microsoft.com/office/drawing/2014/main" id="{9DCDB080-432F-9C27-D97E-A9F32C8E544F}"/>
              </a:ext>
            </a:extLst>
          </p:cNvPr>
          <p:cNvPicPr>
            <a:picLocks noChangeAspect="1" noChangeArrowheads="1"/>
          </p:cNvPicPr>
          <p:nvPr>
            <p:custDataLst>
              <p:tags r:id="rId2"/>
            </p:custDataLst>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6056763" y="1880599"/>
            <a:ext cx="5667729" cy="4537607"/>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9CBBBE89-5DF1-28DD-9359-C0CAC86F4002}"/>
              </a:ext>
            </a:extLst>
          </p:cNvPr>
          <p:cNvSpPr>
            <a:spLocks noGrp="1"/>
          </p:cNvSpPr>
          <p:nvPr>
            <p:ph type="title"/>
            <p:custDataLst>
              <p:tags r:id="rId3"/>
            </p:custDataLst>
          </p:nvPr>
        </p:nvSpPr>
        <p:spPr/>
        <p:txBody>
          <a:bodyPr/>
          <a:lstStyle/>
          <a:p>
            <a:r>
              <a:rPr lang="fr-CA"/>
              <a:t>Création de la table </a:t>
            </a:r>
            <a:r>
              <a:rPr lang="fr-CA" err="1"/>
              <a:t>DetailCommande</a:t>
            </a:r>
            <a:endParaRPr lang="fr-CA"/>
          </a:p>
        </p:txBody>
      </p:sp>
      <p:pic>
        <p:nvPicPr>
          <p:cNvPr id="4" name="Image 3" descr="Une image contenant Police, Graphique, capture d’écran, graphisme  Description générée automatiquement">
            <a:extLst>
              <a:ext uri="{FF2B5EF4-FFF2-40B4-BE49-F238E27FC236}">
                <a16:creationId xmlns:a16="http://schemas.microsoft.com/office/drawing/2014/main" id="{772331A7-BEB5-94C8-D65C-BAD4D6D0D47C}"/>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Graphique 4" descr="Pizza entière contour">
            <a:extLst>
              <a:ext uri="{FF2B5EF4-FFF2-40B4-BE49-F238E27FC236}">
                <a16:creationId xmlns:a16="http://schemas.microsoft.com/office/drawing/2014/main" id="{229973B1-B76F-0908-B881-9D4DE52897CE}"/>
              </a:ext>
            </a:extLst>
          </p:cNvPr>
          <p:cNvPicPr>
            <a:picLocks noChangeAspect="1"/>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802017" y="43545"/>
            <a:ext cx="801441" cy="801441"/>
          </a:xfrm>
          <a:prstGeom prst="rect">
            <a:avLst/>
          </a:prstGeom>
        </p:spPr>
      </p:pic>
      <p:sp>
        <p:nvSpPr>
          <p:cNvPr id="7" name="Rectangle: Rounded Corners 6">
            <a:extLst>
              <a:ext uri="{FF2B5EF4-FFF2-40B4-BE49-F238E27FC236}">
                <a16:creationId xmlns:a16="http://schemas.microsoft.com/office/drawing/2014/main" id="{E97A9D3A-D86B-2D0D-FACA-55367348385B}"/>
              </a:ext>
            </a:extLst>
          </p:cNvPr>
          <p:cNvSpPr/>
          <p:nvPr>
            <p:custDataLst>
              <p:tags r:id="rId6"/>
            </p:custDataLst>
          </p:nvPr>
        </p:nvSpPr>
        <p:spPr>
          <a:xfrm>
            <a:off x="7943497" y="1726861"/>
            <a:ext cx="3883444" cy="3637023"/>
          </a:xfrm>
          <a:prstGeom prst="round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Tree>
    <p:extLst>
      <p:ext uri="{BB962C8B-B14F-4D97-AF65-F5344CB8AC3E}">
        <p14:creationId xmlns:p14="http://schemas.microsoft.com/office/powerpoint/2010/main" val="9691518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2C691-B073-A596-B550-C14480EAF1E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B3E3C3A-38D2-85FE-0D5B-3A3ECB646E4E}"/>
              </a:ext>
            </a:extLst>
          </p:cNvPr>
          <p:cNvSpPr>
            <a:spLocks noGrp="1"/>
          </p:cNvSpPr>
          <p:nvPr>
            <p:ph type="title"/>
            <p:custDataLst>
              <p:tags r:id="rId1"/>
            </p:custDataLst>
          </p:nvPr>
        </p:nvSpPr>
        <p:spPr/>
        <p:txBody>
          <a:bodyPr/>
          <a:lstStyle/>
          <a:p>
            <a:r>
              <a:rPr lang="fr-CA"/>
              <a:t>Dictionnaire de données</a:t>
            </a:r>
          </a:p>
        </p:txBody>
      </p:sp>
      <p:sp>
        <p:nvSpPr>
          <p:cNvPr id="3" name="Espace réservé du contenu 2">
            <a:extLst>
              <a:ext uri="{FF2B5EF4-FFF2-40B4-BE49-F238E27FC236}">
                <a16:creationId xmlns:a16="http://schemas.microsoft.com/office/drawing/2014/main" id="{154C37F2-DB17-3DA3-7A7A-376B0B16B99D}"/>
              </a:ext>
            </a:extLst>
          </p:cNvPr>
          <p:cNvSpPr>
            <a:spLocks noGrp="1"/>
          </p:cNvSpPr>
          <p:nvPr>
            <p:ph idx="1"/>
            <p:custDataLst>
              <p:tags r:id="rId2"/>
            </p:custDataLst>
          </p:nvPr>
        </p:nvSpPr>
        <p:spPr>
          <a:xfrm>
            <a:off x="224640" y="1017270"/>
            <a:ext cx="11767680" cy="5679922"/>
          </a:xfrm>
        </p:spPr>
        <p:txBody>
          <a:bodyPr/>
          <a:lstStyle/>
          <a:p>
            <a:pPr marL="0" indent="0">
              <a:buNone/>
            </a:pPr>
            <a:r>
              <a:rPr lang="fr-CA"/>
              <a:t> </a:t>
            </a:r>
          </a:p>
        </p:txBody>
      </p:sp>
      <p:pic>
        <p:nvPicPr>
          <p:cNvPr id="7" name="Graphique 6" descr="Pizza entière contour">
            <a:extLst>
              <a:ext uri="{FF2B5EF4-FFF2-40B4-BE49-F238E27FC236}">
                <a16:creationId xmlns:a16="http://schemas.microsoft.com/office/drawing/2014/main" id="{3ADC8658-A296-7FAF-AAD6-A559EFC40E79}"/>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02017" y="43545"/>
            <a:ext cx="801441" cy="801441"/>
          </a:xfrm>
          <a:prstGeom prst="rect">
            <a:avLst/>
          </a:prstGeom>
        </p:spPr>
      </p:pic>
      <p:pic>
        <p:nvPicPr>
          <p:cNvPr id="5" name="Image 4" descr="Une image contenant Police, Graphique, capture d’écran, graphisme&#10;&#10;Description générée automatiquement">
            <a:extLst>
              <a:ext uri="{FF2B5EF4-FFF2-40B4-BE49-F238E27FC236}">
                <a16:creationId xmlns:a16="http://schemas.microsoft.com/office/drawing/2014/main" id="{2BA16F25-F729-69ED-66BC-BF9037408C58}"/>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849009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C9B2F-7979-642A-719E-B290E2622DA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533B059-9DF4-0801-C30E-05AE5A561084}"/>
              </a:ext>
            </a:extLst>
          </p:cNvPr>
          <p:cNvSpPr>
            <a:spLocks noGrp="1"/>
          </p:cNvSpPr>
          <p:nvPr>
            <p:ph type="title"/>
            <p:custDataLst>
              <p:tags r:id="rId1"/>
            </p:custDataLst>
          </p:nvPr>
        </p:nvSpPr>
        <p:spPr/>
        <p:txBody>
          <a:bodyPr/>
          <a:lstStyle/>
          <a:p>
            <a:r>
              <a:rPr lang="fr-CA"/>
              <a:t>Création de la table</a:t>
            </a:r>
          </a:p>
        </p:txBody>
      </p:sp>
      <p:sp>
        <p:nvSpPr>
          <p:cNvPr id="3" name="Espace réservé du contenu 2">
            <a:extLst>
              <a:ext uri="{FF2B5EF4-FFF2-40B4-BE49-F238E27FC236}">
                <a16:creationId xmlns:a16="http://schemas.microsoft.com/office/drawing/2014/main" id="{C817A124-B27B-F4FD-E84A-1095284AFFF6}"/>
              </a:ext>
            </a:extLst>
          </p:cNvPr>
          <p:cNvSpPr>
            <a:spLocks noGrp="1"/>
          </p:cNvSpPr>
          <p:nvPr>
            <p:ph idx="1"/>
            <p:custDataLst>
              <p:tags r:id="rId2"/>
            </p:custDataLst>
          </p:nvPr>
        </p:nvSpPr>
        <p:spPr/>
        <p:txBody>
          <a:bodyPr/>
          <a:lstStyle/>
          <a:p>
            <a:endParaRPr lang="fr-CA"/>
          </a:p>
          <a:p>
            <a:r>
              <a:rPr lang="fr-CA"/>
              <a:t>Saurez-vous arriver à ce résultat?</a:t>
            </a:r>
          </a:p>
        </p:txBody>
      </p:sp>
      <p:pic>
        <p:nvPicPr>
          <p:cNvPr id="4" name="Graphique 3" descr="Pizza entière contour">
            <a:extLst>
              <a:ext uri="{FF2B5EF4-FFF2-40B4-BE49-F238E27FC236}">
                <a16:creationId xmlns:a16="http://schemas.microsoft.com/office/drawing/2014/main" id="{235E9593-0126-7BF4-41F6-89DA9B6824F8}"/>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02017" y="43545"/>
            <a:ext cx="801441" cy="801441"/>
          </a:xfrm>
          <a:prstGeom prst="rect">
            <a:avLst/>
          </a:prstGeom>
        </p:spPr>
      </p:pic>
      <p:pic>
        <p:nvPicPr>
          <p:cNvPr id="8" name="Image 7" descr="Une image contenant Police, Graphique, capture d’écran, graphisme  Description générée automatiquement">
            <a:extLst>
              <a:ext uri="{FF2B5EF4-FFF2-40B4-BE49-F238E27FC236}">
                <a16:creationId xmlns:a16="http://schemas.microsoft.com/office/drawing/2014/main" id="{22397B4F-2FA9-564C-B527-4FC7FAD8BF14}"/>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790812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6CD4A-CD48-2DD5-0343-54DD2465C3F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8D9F71D-43F0-5760-BAB5-6A018F1F9C8F}"/>
              </a:ext>
            </a:extLst>
          </p:cNvPr>
          <p:cNvSpPr>
            <a:spLocks noGrp="1"/>
          </p:cNvSpPr>
          <p:nvPr>
            <p:ph type="title"/>
            <p:custDataLst>
              <p:tags r:id="rId1"/>
            </p:custDataLst>
          </p:nvPr>
        </p:nvSpPr>
        <p:spPr/>
        <p:txBody>
          <a:bodyPr/>
          <a:lstStyle/>
          <a:p>
            <a:r>
              <a:rPr lang="fr-CA"/>
              <a:t>Création de la table</a:t>
            </a:r>
          </a:p>
        </p:txBody>
      </p:sp>
      <p:sp>
        <p:nvSpPr>
          <p:cNvPr id="3" name="Espace réservé du contenu 2">
            <a:extLst>
              <a:ext uri="{FF2B5EF4-FFF2-40B4-BE49-F238E27FC236}">
                <a16:creationId xmlns:a16="http://schemas.microsoft.com/office/drawing/2014/main" id="{A13F5FE3-0B2B-7425-2DE7-F06A84E22751}"/>
              </a:ext>
            </a:extLst>
          </p:cNvPr>
          <p:cNvSpPr>
            <a:spLocks noGrp="1"/>
          </p:cNvSpPr>
          <p:nvPr>
            <p:ph idx="1"/>
            <p:custDataLst>
              <p:tags r:id="rId2"/>
            </p:custDataLst>
          </p:nvPr>
        </p:nvSpPr>
        <p:spPr/>
        <p:txBody>
          <a:bodyPr anchor="t"/>
          <a:lstStyle/>
          <a:p>
            <a:endParaRPr lang="fr-CA"/>
          </a:p>
        </p:txBody>
      </p:sp>
      <p:pic>
        <p:nvPicPr>
          <p:cNvPr id="4" name="Image 3" descr="Une image contenant Police, Graphique, capture d’écran, graphisme  Description générée automatiquement">
            <a:extLst>
              <a:ext uri="{FF2B5EF4-FFF2-40B4-BE49-F238E27FC236}">
                <a16:creationId xmlns:a16="http://schemas.microsoft.com/office/drawing/2014/main" id="{885814A7-57F7-8734-57EC-F31678C9C1E3}"/>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Graphique 4" descr="Pizza entière contour">
            <a:extLst>
              <a:ext uri="{FF2B5EF4-FFF2-40B4-BE49-F238E27FC236}">
                <a16:creationId xmlns:a16="http://schemas.microsoft.com/office/drawing/2014/main" id="{78CB3B36-DBEC-990D-2DA5-E8AE9D2F4104}"/>
              </a:ext>
            </a:extLst>
          </p:cNvPr>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02017" y="43545"/>
            <a:ext cx="801441" cy="801441"/>
          </a:xfrm>
          <a:prstGeom prst="rect">
            <a:avLst/>
          </a:prstGeom>
        </p:spPr>
      </p:pic>
    </p:spTree>
    <p:extLst>
      <p:ext uri="{BB962C8B-B14F-4D97-AF65-F5344CB8AC3E}">
        <p14:creationId xmlns:p14="http://schemas.microsoft.com/office/powerpoint/2010/main" val="1535536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78C6-1EDD-BB04-8360-91FEFE84C42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6D5C8D1-C410-5BC3-34AF-66118B3BFF44}"/>
              </a:ext>
            </a:extLst>
          </p:cNvPr>
          <p:cNvSpPr>
            <a:spLocks noGrp="1"/>
          </p:cNvSpPr>
          <p:nvPr>
            <p:ph type="title"/>
            <p:custDataLst>
              <p:tags r:id="rId1"/>
            </p:custDataLst>
          </p:nvPr>
        </p:nvSpPr>
        <p:spPr/>
        <p:txBody>
          <a:bodyPr/>
          <a:lstStyle/>
          <a:p>
            <a:r>
              <a:rPr lang="fr-CA"/>
              <a:t>Implémentation du troisième besoin</a:t>
            </a:r>
          </a:p>
        </p:txBody>
      </p:sp>
      <p:sp>
        <p:nvSpPr>
          <p:cNvPr id="3" name="Espace réservé du contenu 2">
            <a:extLst>
              <a:ext uri="{FF2B5EF4-FFF2-40B4-BE49-F238E27FC236}">
                <a16:creationId xmlns:a16="http://schemas.microsoft.com/office/drawing/2014/main" id="{88F97A49-ABE7-450F-F39F-363A98694A07}"/>
              </a:ext>
            </a:extLst>
          </p:cNvPr>
          <p:cNvSpPr>
            <a:spLocks noGrp="1"/>
          </p:cNvSpPr>
          <p:nvPr>
            <p:ph idx="1"/>
            <p:custDataLst>
              <p:tags r:id="rId2"/>
            </p:custDataLst>
          </p:nvPr>
        </p:nvSpPr>
        <p:spPr/>
        <p:txBody>
          <a:bodyPr>
            <a:normAutofit/>
          </a:bodyPr>
          <a:lstStyle/>
          <a:p>
            <a:r>
              <a:rPr lang="fr-CA" dirty="0"/>
              <a:t>Selon les notions vues dans les vidéos, comment pouvons-nous répondre au troisième besoin énoncé dans la liste précédente?</a:t>
            </a:r>
          </a:p>
          <a:p>
            <a:endParaRPr lang="fr-CA" dirty="0"/>
          </a:p>
          <a:p>
            <a:endParaRPr lang="fr-CA" dirty="0"/>
          </a:p>
          <a:p>
            <a:pPr marL="0" indent="0">
              <a:buNone/>
            </a:pPr>
            <a:endParaRPr lang="fr-CA"/>
          </a:p>
          <a:p>
            <a:endParaRPr lang="fr-CA"/>
          </a:p>
          <a:p>
            <a:pPr marL="457200" indent="-457200">
              <a:buFont typeface="+mj-lt"/>
              <a:buAutoNum type="arabicPeriod" startAt="5"/>
            </a:pPr>
            <a:endParaRPr lang="fr-CA" dirty="0"/>
          </a:p>
        </p:txBody>
      </p:sp>
      <p:pic>
        <p:nvPicPr>
          <p:cNvPr id="4" name="Image 3" descr="Une image contenant Police, Graphique, capture d’écran, graphisme  Description générée automatiquement">
            <a:extLst>
              <a:ext uri="{FF2B5EF4-FFF2-40B4-BE49-F238E27FC236}">
                <a16:creationId xmlns:a16="http://schemas.microsoft.com/office/drawing/2014/main" id="{2DFA9B9C-CDFB-1E84-EC55-DB6A39543C10}"/>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Graphique 4" descr="Pizza entière contour">
            <a:extLst>
              <a:ext uri="{FF2B5EF4-FFF2-40B4-BE49-F238E27FC236}">
                <a16:creationId xmlns:a16="http://schemas.microsoft.com/office/drawing/2014/main" id="{CED44AFF-FA1B-31E9-A7B0-0E5880FBF3FF}"/>
              </a:ext>
            </a:extLst>
          </p:cNvPr>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02017" y="43545"/>
            <a:ext cx="801441" cy="801441"/>
          </a:xfrm>
          <a:prstGeom prst="rect">
            <a:avLst/>
          </a:prstGeom>
        </p:spPr>
      </p:pic>
      <p:graphicFrame>
        <p:nvGraphicFramePr>
          <p:cNvPr id="10" name="Espace réservé du contenu 3">
            <a:extLst>
              <a:ext uri="{FF2B5EF4-FFF2-40B4-BE49-F238E27FC236}">
                <a16:creationId xmlns:a16="http://schemas.microsoft.com/office/drawing/2014/main" id="{3A3C0D3D-52DC-E18B-639F-16DA6281989D}"/>
              </a:ext>
            </a:extLst>
          </p:cNvPr>
          <p:cNvGraphicFramePr>
            <a:graphicFrameLocks/>
          </p:cNvGraphicFramePr>
          <p:nvPr>
            <p:custDataLst>
              <p:tags r:id="rId5"/>
            </p:custDataLst>
            <p:extLst>
              <p:ext uri="{D42A27DB-BD31-4B8C-83A1-F6EECF244321}">
                <p14:modId xmlns:p14="http://schemas.microsoft.com/office/powerpoint/2010/main" val="2239445212"/>
              </p:ext>
            </p:extLst>
          </p:nvPr>
        </p:nvGraphicFramePr>
        <p:xfrm>
          <a:off x="1032568" y="2501189"/>
          <a:ext cx="10126864" cy="1285240"/>
        </p:xfrm>
        <a:graphic>
          <a:graphicData uri="http://schemas.openxmlformats.org/drawingml/2006/table">
            <a:tbl>
              <a:tblPr firstRow="1" bandRow="1">
                <a:tableStyleId>{5C22544A-7EE6-4342-B048-85BDC9FD1C3A}</a:tableStyleId>
              </a:tblPr>
              <a:tblGrid>
                <a:gridCol w="1754175">
                  <a:extLst>
                    <a:ext uri="{9D8B030D-6E8A-4147-A177-3AD203B41FA5}">
                      <a16:colId xmlns:a16="http://schemas.microsoft.com/office/drawing/2014/main" val="2781398843"/>
                    </a:ext>
                  </a:extLst>
                </a:gridCol>
                <a:gridCol w="8372689">
                  <a:extLst>
                    <a:ext uri="{9D8B030D-6E8A-4147-A177-3AD203B41FA5}">
                      <a16:colId xmlns:a16="http://schemas.microsoft.com/office/drawing/2014/main" val="3446741116"/>
                    </a:ext>
                  </a:extLst>
                </a:gridCol>
              </a:tblGrid>
              <a:tr h="370840">
                <a:tc>
                  <a:txBody>
                    <a:bodyPr/>
                    <a:lstStyle/>
                    <a:p>
                      <a:r>
                        <a:rPr lang="fr-CA">
                          <a:latin typeface="Visby CF" pitchFamily="50" charset="0"/>
                        </a:rPr>
                        <a:t>No besoin</a:t>
                      </a:r>
                    </a:p>
                  </a:txBody>
                  <a:tcPr anchor="ctr"/>
                </a:tc>
                <a:tc>
                  <a:txBody>
                    <a:bodyPr/>
                    <a:lstStyle/>
                    <a:p>
                      <a:r>
                        <a:rPr lang="fr-CA">
                          <a:latin typeface="Visby CF" pitchFamily="50" charset="0"/>
                        </a:rPr>
                        <a:t>Énoncé du besoin</a:t>
                      </a:r>
                    </a:p>
                  </a:txBody>
                  <a:tcPr anchor="ctr"/>
                </a:tc>
                <a:extLst>
                  <a:ext uri="{0D108BD9-81ED-4DB2-BD59-A6C34878D82A}">
                    <a16:rowId xmlns:a16="http://schemas.microsoft.com/office/drawing/2014/main" val="641087761"/>
                  </a:ext>
                </a:extLst>
              </a:tr>
              <a:tr h="612000">
                <a:tc>
                  <a:txBody>
                    <a:bodyPr/>
                    <a:lstStyle/>
                    <a:p>
                      <a:r>
                        <a:rPr lang="fr-CA">
                          <a:latin typeface="Visby CF" pitchFamily="50" charset="0"/>
                        </a:rPr>
                        <a:t>3</a:t>
                      </a:r>
                    </a:p>
                  </a:txBody>
                  <a:tcPr anchor="ctr">
                    <a:solidFill>
                      <a:srgbClr val="CBD5E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latin typeface="Visby CF" pitchFamily="50" charset="0"/>
                        </a:rPr>
                        <a:t>En tant que responsable de la prise des commandes, je veux que les montants à charger pour chaque article choisi sur une commande se calculent automatiquement pour éviter les erreurs</a:t>
                      </a:r>
                    </a:p>
                  </a:txBody>
                  <a:tcPr anchor="ctr">
                    <a:solidFill>
                      <a:srgbClr val="CBD5ED"/>
                    </a:solidFill>
                  </a:tcPr>
                </a:tc>
                <a:extLst>
                  <a:ext uri="{0D108BD9-81ED-4DB2-BD59-A6C34878D82A}">
                    <a16:rowId xmlns:a16="http://schemas.microsoft.com/office/drawing/2014/main" val="483220907"/>
                  </a:ext>
                </a:extLst>
              </a:tr>
            </a:tbl>
          </a:graphicData>
        </a:graphic>
      </p:graphicFrame>
    </p:spTree>
    <p:extLst>
      <p:ext uri="{BB962C8B-B14F-4D97-AF65-F5344CB8AC3E}">
        <p14:creationId xmlns:p14="http://schemas.microsoft.com/office/powerpoint/2010/main" val="1843792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6BAF5-5CCD-D406-E9CC-6183E2074C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BE43E6E-1377-8FFB-02D6-F9FCF398FE48}"/>
              </a:ext>
            </a:extLst>
          </p:cNvPr>
          <p:cNvSpPr>
            <a:spLocks noGrp="1"/>
          </p:cNvSpPr>
          <p:nvPr>
            <p:ph type="title"/>
            <p:custDataLst>
              <p:tags r:id="rId1"/>
            </p:custDataLst>
          </p:nvPr>
        </p:nvSpPr>
        <p:spPr/>
        <p:txBody>
          <a:bodyPr/>
          <a:lstStyle/>
          <a:p>
            <a:r>
              <a:rPr lang="fr-CA"/>
              <a:t>Retour sur les concepts avant la séance</a:t>
            </a:r>
          </a:p>
        </p:txBody>
      </p:sp>
      <p:pic>
        <p:nvPicPr>
          <p:cNvPr id="4" name="Image 3" descr="Une image contenant Police, Graphique, capture d’écran, graphisme  Description générée automatiquement">
            <a:extLst>
              <a:ext uri="{FF2B5EF4-FFF2-40B4-BE49-F238E27FC236}">
                <a16:creationId xmlns:a16="http://schemas.microsoft.com/office/drawing/2014/main" id="{79FD6ADD-FDC9-1988-5651-9DA9A76C9E94}"/>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Graphique 4" descr="Pizza entière contour">
            <a:extLst>
              <a:ext uri="{FF2B5EF4-FFF2-40B4-BE49-F238E27FC236}">
                <a16:creationId xmlns:a16="http://schemas.microsoft.com/office/drawing/2014/main" id="{15FE7EC5-8B23-8120-107D-22B8A131C1E3}"/>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02017" y="43545"/>
            <a:ext cx="801441" cy="801441"/>
          </a:xfrm>
          <a:prstGeom prst="rect">
            <a:avLst/>
          </a:prstGeom>
        </p:spPr>
      </p:pic>
      <p:pic>
        <p:nvPicPr>
          <p:cNvPr id="7" name="Picture 2">
            <a:extLst>
              <a:ext uri="{FF2B5EF4-FFF2-40B4-BE49-F238E27FC236}">
                <a16:creationId xmlns:a16="http://schemas.microsoft.com/office/drawing/2014/main" id="{D6AD7499-274B-C4CD-A409-53DE2911701F}"/>
              </a:ext>
            </a:extLst>
          </p:cNvPr>
          <p:cNvPicPr>
            <a:picLocks noChangeAspect="1" noChangeArrowheads="1"/>
          </p:cNvPicPr>
          <p:nvPr>
            <p:custDataLst>
              <p:tags r:id="rId4"/>
            </p:custDataLst>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71629" y="1545542"/>
            <a:ext cx="5742288" cy="4571375"/>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CD445B0E-2E33-C38B-7D18-BE29CDBDD125}"/>
              </a:ext>
            </a:extLst>
          </p:cNvPr>
          <p:cNvSpPr txBox="1"/>
          <p:nvPr>
            <p:custDataLst>
              <p:tags r:id="rId5"/>
            </p:custDataLst>
          </p:nvPr>
        </p:nvSpPr>
        <p:spPr>
          <a:xfrm>
            <a:off x="6306691" y="3624941"/>
            <a:ext cx="1505540" cy="584775"/>
          </a:xfrm>
          <a:prstGeom prst="rect">
            <a:avLst/>
          </a:prstGeom>
          <a:noFill/>
        </p:spPr>
        <p:txBody>
          <a:bodyPr wrap="none" rtlCol="0">
            <a:spAutoFit/>
          </a:bodyPr>
          <a:lstStyle/>
          <a:p>
            <a:r>
              <a:rPr lang="fr-CA">
                <a:solidFill>
                  <a:schemeClr val="accent1"/>
                </a:solidFill>
                <a:latin typeface="Visby Slab CF Bold" panose="00000800000000000000" pitchFamily="50" charset="0"/>
              </a:rPr>
              <a:t>TotalLigne</a:t>
            </a:r>
          </a:p>
          <a:p>
            <a:r>
              <a:rPr lang="fr-CA" sz="1400">
                <a:solidFill>
                  <a:schemeClr val="accent5"/>
                </a:solidFill>
                <a:latin typeface="Visby Slab CF Bold" panose="00000800000000000000" pitchFamily="50" charset="0"/>
              </a:rPr>
              <a:t>[prixUnitaire]</a:t>
            </a:r>
          </a:p>
        </p:txBody>
      </p:sp>
    </p:spTree>
    <p:extLst>
      <p:ext uri="{BB962C8B-B14F-4D97-AF65-F5344CB8AC3E}">
        <p14:creationId xmlns:p14="http://schemas.microsoft.com/office/powerpoint/2010/main" val="1315657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5D7687-F9FD-544A-0F55-266D9EFD34F0}"/>
              </a:ext>
            </a:extLst>
          </p:cNvPr>
          <p:cNvSpPr>
            <a:spLocks noGrp="1"/>
          </p:cNvSpPr>
          <p:nvPr>
            <p:ph type="title"/>
            <p:custDataLst>
              <p:tags r:id="rId1"/>
            </p:custDataLst>
          </p:nvPr>
        </p:nvSpPr>
        <p:spPr/>
        <p:txBody>
          <a:bodyPr/>
          <a:lstStyle/>
          <a:p>
            <a:r>
              <a:rPr lang="fr-CA"/>
              <a:t>Création de la table</a:t>
            </a:r>
          </a:p>
        </p:txBody>
      </p:sp>
      <p:pic>
        <p:nvPicPr>
          <p:cNvPr id="6" name="Graphique 5" descr="Pizza entière contour">
            <a:extLst>
              <a:ext uri="{FF2B5EF4-FFF2-40B4-BE49-F238E27FC236}">
                <a16:creationId xmlns:a16="http://schemas.microsoft.com/office/drawing/2014/main" id="{6C1B33C9-3308-B9B0-9637-960AFBDC6B0D}"/>
              </a:ext>
            </a:extLst>
          </p:cNvPr>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02017" y="43545"/>
            <a:ext cx="801441" cy="801441"/>
          </a:xfrm>
          <a:prstGeom prst="rect">
            <a:avLst/>
          </a:prstGeom>
        </p:spPr>
      </p:pic>
      <p:pic>
        <p:nvPicPr>
          <p:cNvPr id="7" name="Image 6" descr="Une image contenant Police, Graphique, capture d’écran, graphisme  Description générée automatiquement">
            <a:extLst>
              <a:ext uri="{FF2B5EF4-FFF2-40B4-BE49-F238E27FC236}">
                <a16:creationId xmlns:a16="http://schemas.microsoft.com/office/drawing/2014/main" id="{B2471607-5C5F-E266-E4B2-F3C7AC8A9824}"/>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5025296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6374E5-D252-A9E4-0B71-977CFCE37B76}"/>
              </a:ext>
            </a:extLst>
          </p:cNvPr>
          <p:cNvSpPr>
            <a:spLocks noGrp="1"/>
          </p:cNvSpPr>
          <p:nvPr>
            <p:ph type="title"/>
            <p:custDataLst>
              <p:tags r:id="rId1"/>
            </p:custDataLst>
          </p:nvPr>
        </p:nvSpPr>
        <p:spPr/>
        <p:txBody>
          <a:bodyPr/>
          <a:lstStyle/>
          <a:p>
            <a:r>
              <a:rPr lang="fr-CA"/>
              <a:t>Précision sur les champs virtuels</a:t>
            </a:r>
          </a:p>
        </p:txBody>
      </p:sp>
      <p:sp>
        <p:nvSpPr>
          <p:cNvPr id="3" name="Espace réservé du contenu 2">
            <a:extLst>
              <a:ext uri="{FF2B5EF4-FFF2-40B4-BE49-F238E27FC236}">
                <a16:creationId xmlns:a16="http://schemas.microsoft.com/office/drawing/2014/main" id="{D9C19DC8-CF74-379F-2648-1D2AF166CD40}"/>
              </a:ext>
            </a:extLst>
          </p:cNvPr>
          <p:cNvSpPr>
            <a:spLocks noGrp="1"/>
          </p:cNvSpPr>
          <p:nvPr>
            <p:ph idx="1"/>
            <p:custDataLst>
              <p:tags r:id="rId2"/>
            </p:custDataLst>
          </p:nvPr>
        </p:nvSpPr>
        <p:spPr/>
        <p:txBody>
          <a:bodyPr anchor="ctr"/>
          <a:lstStyle/>
          <a:p>
            <a:r>
              <a:rPr lang="fr-CA"/>
              <a:t>Les champs supplémentaires </a:t>
            </a:r>
            <a:r>
              <a:rPr lang="fr-CA">
                <a:solidFill>
                  <a:schemeClr val="accent2"/>
                </a:solidFill>
                <a:latin typeface="Visby Slab CF Bold" panose="00000800000000000000" pitchFamily="50" charset="0"/>
              </a:rPr>
              <a:t>Recherche</a:t>
            </a:r>
            <a:r>
              <a:rPr lang="fr-CA"/>
              <a:t> utilisés dans les formules, les champs de type </a:t>
            </a:r>
            <a:r>
              <a:rPr lang="fr-CA">
                <a:solidFill>
                  <a:schemeClr val="accent2"/>
                </a:solidFill>
                <a:latin typeface="Visby Slab CF Bold" panose="00000800000000000000" pitchFamily="50" charset="0"/>
              </a:rPr>
              <a:t>Formule</a:t>
            </a:r>
            <a:r>
              <a:rPr lang="fr-CA"/>
              <a:t> et les champs de type </a:t>
            </a:r>
            <a:r>
              <a:rPr lang="fr-CA">
                <a:solidFill>
                  <a:schemeClr val="accent2"/>
                </a:solidFill>
                <a:latin typeface="Visby Slab CF Bold" panose="00000800000000000000" pitchFamily="50" charset="0"/>
              </a:rPr>
              <a:t>Cumul</a:t>
            </a:r>
            <a:r>
              <a:rPr lang="fr-CA"/>
              <a:t> n’apparaissent pas dans le modèle logique, ce sont des champs «virtuels»</a:t>
            </a:r>
          </a:p>
          <a:p>
            <a:r>
              <a:rPr lang="fr-CA"/>
              <a:t>En effet, ces attributs ne sont pas stockés (ils ne prennent pas d’espace de stockage), ils sont recalculés (ou recherchés à partir du lien) chaque fois que nous affichons la table en question</a:t>
            </a:r>
          </a:p>
          <a:p>
            <a:endParaRPr lang="fr-CA"/>
          </a:p>
          <a:p>
            <a:endParaRPr lang="fr-CA"/>
          </a:p>
        </p:txBody>
      </p:sp>
      <p:pic>
        <p:nvPicPr>
          <p:cNvPr id="4" name="Image 3" descr="Une image contenant Police, Graphique, capture d’écran, graphisme  Description générée automatiquement">
            <a:extLst>
              <a:ext uri="{FF2B5EF4-FFF2-40B4-BE49-F238E27FC236}">
                <a16:creationId xmlns:a16="http://schemas.microsoft.com/office/drawing/2014/main" id="{73CF6B6F-83AB-35B6-96AB-2CCAE0F43C34}"/>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7593821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7C930-1E3E-13C5-C426-5AA6011E6C3E}"/>
            </a:ext>
          </a:extLst>
        </p:cNvPr>
        <p:cNvGrpSpPr/>
        <p:nvPr/>
      </p:nvGrpSpPr>
      <p:grpSpPr>
        <a:xfrm>
          <a:off x="0" y="0"/>
          <a:ext cx="0" cy="0"/>
          <a:chOff x="0" y="0"/>
          <a:chExt cx="0" cy="0"/>
        </a:xfrm>
      </p:grpSpPr>
      <p:pic>
        <p:nvPicPr>
          <p:cNvPr id="12" name="Image 11">
            <a:extLst>
              <a:ext uri="{FF2B5EF4-FFF2-40B4-BE49-F238E27FC236}">
                <a16:creationId xmlns:a16="http://schemas.microsoft.com/office/drawing/2014/main" id="{8CF1979A-44C6-4E79-1A8F-0A3BF2358FD2}"/>
              </a:ext>
            </a:extLst>
          </p:cNvPr>
          <p:cNvPicPr>
            <a:picLocks noChangeAspect="1"/>
          </p:cNvPicPr>
          <p:nvPr>
            <p:custDataLst>
              <p:tags r:id="rId1"/>
            </p:custDataLst>
          </p:nvPr>
        </p:nvPicPr>
        <p:blipFill>
          <a:blip r:embed="rId11"/>
          <a:stretch>
            <a:fillRect/>
          </a:stretch>
        </p:blipFill>
        <p:spPr>
          <a:xfrm>
            <a:off x="1346728" y="2163968"/>
            <a:ext cx="9383017" cy="4398441"/>
          </a:xfrm>
          <a:prstGeom prst="rect">
            <a:avLst/>
          </a:prstGeom>
        </p:spPr>
      </p:pic>
      <p:sp>
        <p:nvSpPr>
          <p:cNvPr id="2" name="Titre 1">
            <a:extLst>
              <a:ext uri="{FF2B5EF4-FFF2-40B4-BE49-F238E27FC236}">
                <a16:creationId xmlns:a16="http://schemas.microsoft.com/office/drawing/2014/main" id="{CF4C9A75-94FA-2CFA-A184-67E70FFF3D1C}"/>
              </a:ext>
            </a:extLst>
          </p:cNvPr>
          <p:cNvSpPr>
            <a:spLocks noGrp="1"/>
          </p:cNvSpPr>
          <p:nvPr>
            <p:ph type="title"/>
            <p:custDataLst>
              <p:tags r:id="rId2"/>
            </p:custDataLst>
          </p:nvPr>
        </p:nvSpPr>
        <p:spPr/>
        <p:txBody>
          <a:bodyPr/>
          <a:lstStyle/>
          <a:p>
            <a:r>
              <a:rPr lang="fr-CA"/>
              <a:t>Implémentation des autres besoins</a:t>
            </a:r>
          </a:p>
        </p:txBody>
      </p:sp>
      <p:sp>
        <p:nvSpPr>
          <p:cNvPr id="3" name="Espace réservé du contenu 2">
            <a:extLst>
              <a:ext uri="{FF2B5EF4-FFF2-40B4-BE49-F238E27FC236}">
                <a16:creationId xmlns:a16="http://schemas.microsoft.com/office/drawing/2014/main" id="{481B7A76-34B3-35C6-007B-20946A37C47D}"/>
              </a:ext>
            </a:extLst>
          </p:cNvPr>
          <p:cNvSpPr>
            <a:spLocks noGrp="1"/>
          </p:cNvSpPr>
          <p:nvPr>
            <p:ph idx="1"/>
            <p:custDataLst>
              <p:tags r:id="rId3"/>
            </p:custDataLst>
          </p:nvPr>
        </p:nvSpPr>
        <p:spPr/>
        <p:txBody>
          <a:bodyPr/>
          <a:lstStyle/>
          <a:p>
            <a:r>
              <a:rPr lang="fr-CA"/>
              <a:t>À l’aide des notions vues dans les vidéos, pouvez-vous répondre aux autres besoins listés précédemment pour la pizzeria?</a:t>
            </a:r>
          </a:p>
          <a:p>
            <a:pPr marL="457200" indent="-457200">
              <a:buFont typeface="+mj-lt"/>
              <a:buAutoNum type="arabicPeriod" startAt="6"/>
            </a:pPr>
            <a:endParaRPr lang="fr-CA"/>
          </a:p>
        </p:txBody>
      </p:sp>
      <p:pic>
        <p:nvPicPr>
          <p:cNvPr id="4" name="Image 3" descr="Une image contenant Police, Graphique, capture d’écran, graphisme  Description générée automatiquement">
            <a:extLst>
              <a:ext uri="{FF2B5EF4-FFF2-40B4-BE49-F238E27FC236}">
                <a16:creationId xmlns:a16="http://schemas.microsoft.com/office/drawing/2014/main" id="{FAB12540-39AD-784C-96D1-DC942D59A50D}"/>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Graphique 4" descr="Pizza entière contour">
            <a:extLst>
              <a:ext uri="{FF2B5EF4-FFF2-40B4-BE49-F238E27FC236}">
                <a16:creationId xmlns:a16="http://schemas.microsoft.com/office/drawing/2014/main" id="{4E24152E-4BFC-A339-066F-9AF7F67FA162}"/>
              </a:ext>
            </a:extLst>
          </p:cNvPr>
          <p:cNvPicPr>
            <a:picLocks noChangeAspect="1"/>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802017" y="43545"/>
            <a:ext cx="801441" cy="801441"/>
          </a:xfrm>
          <a:prstGeom prst="rect">
            <a:avLst/>
          </a:prstGeom>
        </p:spPr>
      </p:pic>
      <p:pic>
        <p:nvPicPr>
          <p:cNvPr id="7" name="Graphique 6" descr="Badge Tick1 avec un remplissage uni">
            <a:extLst>
              <a:ext uri="{FF2B5EF4-FFF2-40B4-BE49-F238E27FC236}">
                <a16:creationId xmlns:a16="http://schemas.microsoft.com/office/drawing/2014/main" id="{C645CDB9-94B0-46BC-DFDD-B46EF59F2E6F}"/>
              </a:ext>
            </a:extLst>
          </p:cNvPr>
          <p:cNvPicPr>
            <a:picLocks noChangeAspect="1"/>
          </p:cNvPicPr>
          <p:nvPr>
            <p:custDataLst>
              <p:tags r:id="rId6"/>
            </p:custDataLst>
          </p:nvPr>
        </p:nvPicPr>
        <p:blipFill>
          <a:blip>
            <a:extLst>
              <a:ext uri="{96DAC541-7B7A-43D3-8B79-37D633B846F1}">
                <asvg:svgBlip xmlns:asvg="http://schemas.microsoft.com/office/drawing/2016/SVG/main" r:embed="rId14"/>
              </a:ext>
            </a:extLst>
          </a:blip>
          <a:stretch>
            <a:fillRect/>
          </a:stretch>
        </p:blipFill>
        <p:spPr>
          <a:xfrm>
            <a:off x="10600597" y="2436936"/>
            <a:ext cx="540000" cy="540000"/>
          </a:xfrm>
          <a:prstGeom prst="rect">
            <a:avLst/>
          </a:prstGeom>
        </p:spPr>
      </p:pic>
      <p:pic>
        <p:nvPicPr>
          <p:cNvPr id="8" name="Graphique 7" descr="Badge Tick1 avec un remplissage uni">
            <a:extLst>
              <a:ext uri="{FF2B5EF4-FFF2-40B4-BE49-F238E27FC236}">
                <a16:creationId xmlns:a16="http://schemas.microsoft.com/office/drawing/2014/main" id="{02D8CA74-D691-0190-B7C8-0B2B6348133D}"/>
              </a:ext>
            </a:extLst>
          </p:cNvPr>
          <p:cNvPicPr>
            <a:picLocks noChangeAspect="1"/>
          </p:cNvPicPr>
          <p:nvPr>
            <p:custDataLst>
              <p:tags r:id="rId7"/>
            </p:custDataLst>
          </p:nvPr>
        </p:nvPicPr>
        <p:blipFill>
          <a:blip>
            <a:extLst>
              <a:ext uri="{96DAC541-7B7A-43D3-8B79-37D633B846F1}">
                <asvg:svgBlip xmlns:asvg="http://schemas.microsoft.com/office/drawing/2016/SVG/main" r:embed="rId14"/>
              </a:ext>
            </a:extLst>
          </a:blip>
          <a:stretch>
            <a:fillRect/>
          </a:stretch>
        </p:blipFill>
        <p:spPr>
          <a:xfrm>
            <a:off x="10600597" y="3104286"/>
            <a:ext cx="540000" cy="540000"/>
          </a:xfrm>
          <a:prstGeom prst="rect">
            <a:avLst/>
          </a:prstGeom>
        </p:spPr>
      </p:pic>
      <p:pic>
        <p:nvPicPr>
          <p:cNvPr id="11" name="Graphique 10" descr="Badge Tick1 avec un remplissage uni">
            <a:extLst>
              <a:ext uri="{FF2B5EF4-FFF2-40B4-BE49-F238E27FC236}">
                <a16:creationId xmlns:a16="http://schemas.microsoft.com/office/drawing/2014/main" id="{385713D9-8DDA-CE5A-83D3-9349E6B27B2D}"/>
              </a:ext>
            </a:extLst>
          </p:cNvPr>
          <p:cNvPicPr>
            <a:picLocks noChangeAspect="1"/>
          </p:cNvPicPr>
          <p:nvPr>
            <p:custDataLst>
              <p:tags r:id="rId8"/>
            </p:custDataLst>
          </p:nvPr>
        </p:nvPicPr>
        <p:blipFill>
          <a:blip>
            <a:extLst>
              <a:ext uri="{96DAC541-7B7A-43D3-8B79-37D633B846F1}">
                <asvg:svgBlip xmlns:asvg="http://schemas.microsoft.com/office/drawing/2016/SVG/main" r:embed="rId14"/>
              </a:ext>
            </a:extLst>
          </a:blip>
          <a:stretch>
            <a:fillRect/>
          </a:stretch>
        </p:blipFill>
        <p:spPr>
          <a:xfrm>
            <a:off x="10600597" y="3771636"/>
            <a:ext cx="540000" cy="540000"/>
          </a:xfrm>
          <a:prstGeom prst="rect">
            <a:avLst/>
          </a:prstGeom>
        </p:spPr>
      </p:pic>
    </p:spTree>
    <p:extLst>
      <p:ext uri="{BB962C8B-B14F-4D97-AF65-F5344CB8AC3E}">
        <p14:creationId xmlns:p14="http://schemas.microsoft.com/office/powerpoint/2010/main" val="36404651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47E92-FE92-9F73-2755-DD55CFE6DC8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55EAA02-05FC-7E86-AE4F-CFB0DBC72CA1}"/>
              </a:ext>
            </a:extLst>
          </p:cNvPr>
          <p:cNvSpPr>
            <a:spLocks noGrp="1"/>
          </p:cNvSpPr>
          <p:nvPr>
            <p:ph type="title"/>
            <p:custDataLst>
              <p:tags r:id="rId1"/>
            </p:custDataLst>
          </p:nvPr>
        </p:nvSpPr>
        <p:spPr/>
        <p:txBody>
          <a:bodyPr/>
          <a:lstStyle/>
          <a:p>
            <a:r>
              <a:rPr lang="fr-CA"/>
              <a:t>Implémentation des autres besoins</a:t>
            </a:r>
          </a:p>
        </p:txBody>
      </p:sp>
      <p:pic>
        <p:nvPicPr>
          <p:cNvPr id="4" name="Image 3" descr="Une image contenant Police, Graphique, capture d’écran, graphisme  Description générée automatiquement">
            <a:extLst>
              <a:ext uri="{FF2B5EF4-FFF2-40B4-BE49-F238E27FC236}">
                <a16:creationId xmlns:a16="http://schemas.microsoft.com/office/drawing/2014/main" id="{A88211A6-D89E-5EC5-0376-C560264BF09A}"/>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Graphique 4" descr="Pizza entière contour">
            <a:extLst>
              <a:ext uri="{FF2B5EF4-FFF2-40B4-BE49-F238E27FC236}">
                <a16:creationId xmlns:a16="http://schemas.microsoft.com/office/drawing/2014/main" id="{CE73BE3D-335A-69C9-8EB6-F04AE911584A}"/>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802017" y="43545"/>
            <a:ext cx="801441" cy="801441"/>
          </a:xfrm>
          <a:prstGeom prst="rect">
            <a:avLst/>
          </a:prstGeom>
        </p:spPr>
      </p:pic>
      <p:pic>
        <p:nvPicPr>
          <p:cNvPr id="7" name="Picture 2">
            <a:extLst>
              <a:ext uri="{FF2B5EF4-FFF2-40B4-BE49-F238E27FC236}">
                <a16:creationId xmlns:a16="http://schemas.microsoft.com/office/drawing/2014/main" id="{4BB2B9E8-05E3-898A-559F-09E6D56FCC85}"/>
              </a:ext>
            </a:extLst>
          </p:cNvPr>
          <p:cNvPicPr>
            <a:picLocks noChangeAspect="1" noChangeArrowheads="1"/>
          </p:cNvPicPr>
          <p:nvPr>
            <p:custDataLst>
              <p:tags r:id="rId4"/>
            </p:custDataLst>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05229" y="1370136"/>
            <a:ext cx="5742288" cy="4571375"/>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C8C3E881-59F3-4D98-BD05-7F4BF6449187}"/>
              </a:ext>
            </a:extLst>
          </p:cNvPr>
          <p:cNvSpPr txBox="1"/>
          <p:nvPr>
            <p:custDataLst>
              <p:tags r:id="rId5"/>
            </p:custDataLst>
          </p:nvPr>
        </p:nvSpPr>
        <p:spPr>
          <a:xfrm>
            <a:off x="2811052" y="3101973"/>
            <a:ext cx="4145948" cy="369332"/>
          </a:xfrm>
          <a:prstGeom prst="rect">
            <a:avLst/>
          </a:prstGeom>
          <a:noFill/>
        </p:spPr>
        <p:txBody>
          <a:bodyPr wrap="square" rtlCol="0">
            <a:spAutoFit/>
          </a:bodyPr>
          <a:lstStyle/>
          <a:p>
            <a:r>
              <a:rPr lang="fr-CA">
                <a:solidFill>
                  <a:schemeClr val="accent3"/>
                </a:solidFill>
                <a:latin typeface="Visby Slab CF Bold" panose="00000800000000000000" pitchFamily="50" charset="0"/>
              </a:rPr>
              <a:t>SousTotal, </a:t>
            </a:r>
            <a:r>
              <a:rPr lang="fr-CA">
                <a:solidFill>
                  <a:schemeClr val="accent1"/>
                </a:solidFill>
                <a:latin typeface="Visby Slab CF Bold" panose="00000800000000000000" pitchFamily="50" charset="0"/>
              </a:rPr>
              <a:t>TPS, TVQ, GrandTotal</a:t>
            </a:r>
          </a:p>
        </p:txBody>
      </p:sp>
      <p:pic>
        <p:nvPicPr>
          <p:cNvPr id="15" name="Graphique 14" descr="Flèche : pivoter à gauche avec un remplissage uni">
            <a:extLst>
              <a:ext uri="{FF2B5EF4-FFF2-40B4-BE49-F238E27FC236}">
                <a16:creationId xmlns:a16="http://schemas.microsoft.com/office/drawing/2014/main" id="{D6E9CA6C-40CC-3FE2-BA41-5F028502D19C}"/>
              </a:ext>
            </a:extLst>
          </p:cNvPr>
          <p:cNvPicPr>
            <a:picLocks noChangeAspect="1"/>
          </p:cNvPicPr>
          <p:nvPr>
            <p:custDataLst>
              <p:tags r:id="rId6"/>
            </p:custDataLst>
          </p:nvPr>
        </p:nvPicPr>
        <p:blipFill>
          <a:blip>
            <a:extLst>
              <a:ext uri="{96DAC541-7B7A-43D3-8B79-37D633B846F1}">
                <asvg:svgBlip xmlns:asvg="http://schemas.microsoft.com/office/drawing/2016/SVG/main" r:embed="rId12"/>
              </a:ext>
            </a:extLst>
          </a:blip>
          <a:stretch>
            <a:fillRect/>
          </a:stretch>
        </p:blipFill>
        <p:spPr>
          <a:xfrm>
            <a:off x="5911970" y="2633106"/>
            <a:ext cx="631371" cy="631371"/>
          </a:xfrm>
          <a:prstGeom prst="rect">
            <a:avLst/>
          </a:prstGeom>
        </p:spPr>
      </p:pic>
    </p:spTree>
    <p:extLst>
      <p:ext uri="{BB962C8B-B14F-4D97-AF65-F5344CB8AC3E}">
        <p14:creationId xmlns:p14="http://schemas.microsoft.com/office/powerpoint/2010/main" val="1914159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15E026-ACBA-67D1-A0FB-2CBD6CC4C407}"/>
              </a:ext>
            </a:extLst>
          </p:cNvPr>
          <p:cNvSpPr>
            <a:spLocks noGrp="1"/>
          </p:cNvSpPr>
          <p:nvPr>
            <p:ph type="title"/>
            <p:custDataLst>
              <p:tags r:id="rId1"/>
            </p:custDataLst>
          </p:nvPr>
        </p:nvSpPr>
        <p:spPr/>
        <p:txBody>
          <a:bodyPr/>
          <a:lstStyle/>
          <a:p>
            <a:r>
              <a:rPr lang="fr-CA"/>
              <a:t>Implémentation des autres besoins</a:t>
            </a:r>
          </a:p>
        </p:txBody>
      </p:sp>
      <p:pic>
        <p:nvPicPr>
          <p:cNvPr id="16" name="Image 15" descr="Une image contenant Police, Graphique, capture d’écran, graphisme  Description générée automatiquement">
            <a:extLst>
              <a:ext uri="{FF2B5EF4-FFF2-40B4-BE49-F238E27FC236}">
                <a16:creationId xmlns:a16="http://schemas.microsoft.com/office/drawing/2014/main" id="{2D733E67-185D-D247-EDE1-34AE94A3C1DA}"/>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17" name="Graphique 16" descr="Pizza entière contour">
            <a:extLst>
              <a:ext uri="{FF2B5EF4-FFF2-40B4-BE49-F238E27FC236}">
                <a16:creationId xmlns:a16="http://schemas.microsoft.com/office/drawing/2014/main" id="{DAE1B4DC-C61F-22E7-B10C-FA69CA4792F4}"/>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02017" y="43545"/>
            <a:ext cx="801441" cy="801441"/>
          </a:xfrm>
          <a:prstGeom prst="rect">
            <a:avLst/>
          </a:prstGeom>
        </p:spPr>
      </p:pic>
    </p:spTree>
    <p:extLst>
      <p:ext uri="{BB962C8B-B14F-4D97-AF65-F5344CB8AC3E}">
        <p14:creationId xmlns:p14="http://schemas.microsoft.com/office/powerpoint/2010/main" val="17724043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B3AFB6-0C69-5E01-D312-3E9F40DFAB41}"/>
              </a:ext>
            </a:extLst>
          </p:cNvPr>
          <p:cNvSpPr>
            <a:spLocks noGrp="1"/>
          </p:cNvSpPr>
          <p:nvPr>
            <p:ph type="title"/>
            <p:custDataLst>
              <p:tags r:id="rId1"/>
            </p:custDataLst>
          </p:nvPr>
        </p:nvSpPr>
        <p:spPr/>
        <p:txBody>
          <a:bodyPr>
            <a:normAutofit/>
          </a:bodyPr>
          <a:lstStyle/>
          <a:p>
            <a:r>
              <a:rPr lang="fr-FR"/>
              <a:t>Trois niveaux d’identification dans les systèmes </a:t>
            </a:r>
          </a:p>
        </p:txBody>
      </p:sp>
      <p:sp>
        <p:nvSpPr>
          <p:cNvPr id="7" name="Rectangle 6">
            <a:extLst>
              <a:ext uri="{FF2B5EF4-FFF2-40B4-BE49-F238E27FC236}">
                <a16:creationId xmlns:a16="http://schemas.microsoft.com/office/drawing/2014/main" id="{48CCC9B7-F4EF-59A2-0C9D-AF2F5BB1F72E}"/>
              </a:ext>
            </a:extLst>
          </p:cNvPr>
          <p:cNvSpPr/>
          <p:nvPr>
            <p:custDataLst>
              <p:tags r:id="rId2"/>
            </p:custDataLst>
          </p:nvPr>
        </p:nvSpPr>
        <p:spPr>
          <a:xfrm>
            <a:off x="224640" y="1465242"/>
            <a:ext cx="3670955" cy="5023693"/>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fr-FR" sz="2200">
                <a:solidFill>
                  <a:schemeClr val="bg2">
                    <a:lumMod val="25000"/>
                  </a:schemeClr>
                </a:solidFill>
                <a:latin typeface="Visby CF Medium" pitchFamily="2" charset="77"/>
              </a:rPr>
              <a:t>L’identifiant relationnel créé explicitement dans chaque table. Il est immuable, non significatif et généré par le système; c’est lui qui sert de référence stable dans les liens entre tables.</a:t>
            </a:r>
          </a:p>
        </p:txBody>
      </p:sp>
      <p:sp>
        <p:nvSpPr>
          <p:cNvPr id="8" name="Rectangle 7">
            <a:extLst>
              <a:ext uri="{FF2B5EF4-FFF2-40B4-BE49-F238E27FC236}">
                <a16:creationId xmlns:a16="http://schemas.microsoft.com/office/drawing/2014/main" id="{57E938F5-3FB8-1EFC-732C-DFC353858BCC}"/>
              </a:ext>
            </a:extLst>
          </p:cNvPr>
          <p:cNvSpPr/>
          <p:nvPr>
            <p:custDataLst>
              <p:tags r:id="rId3"/>
            </p:custDataLst>
          </p:nvPr>
        </p:nvSpPr>
        <p:spPr>
          <a:xfrm>
            <a:off x="4260522" y="1465241"/>
            <a:ext cx="3670955" cy="5023693"/>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fr-CA" sz="2200">
                <a:solidFill>
                  <a:schemeClr val="bg2">
                    <a:lumMod val="25000"/>
                  </a:schemeClr>
                </a:solidFill>
                <a:latin typeface="Visby CF Medium" pitchFamily="2" charset="77"/>
              </a:rPr>
              <a:t>Le champ principal de chaque table </a:t>
            </a:r>
            <a:r>
              <a:rPr lang="fr-CA" sz="2200" err="1">
                <a:solidFill>
                  <a:schemeClr val="bg2">
                    <a:lumMod val="25000"/>
                  </a:schemeClr>
                </a:solidFill>
                <a:latin typeface="Visby CF Medium" pitchFamily="2" charset="77"/>
              </a:rPr>
              <a:t>Airtable</a:t>
            </a:r>
            <a:r>
              <a:rPr lang="fr-CA" sz="2200">
                <a:solidFill>
                  <a:schemeClr val="bg2">
                    <a:lumMod val="25000"/>
                  </a:schemeClr>
                </a:solidFill>
                <a:latin typeface="Visby CF Medium" pitchFamily="2" charset="77"/>
              </a:rPr>
              <a:t>. Il étiquette l’enregistrement pour l’humain et pilote les listes déroulantes dans </a:t>
            </a:r>
            <a:r>
              <a:rPr lang="fr-CA" sz="2200" err="1">
                <a:solidFill>
                  <a:schemeClr val="bg2">
                    <a:lumMod val="25000"/>
                  </a:schemeClr>
                </a:solidFill>
                <a:latin typeface="Visby CF Medium" pitchFamily="2" charset="77"/>
              </a:rPr>
              <a:t>Softr</a:t>
            </a:r>
            <a:r>
              <a:rPr lang="fr-CA" sz="2200">
                <a:solidFill>
                  <a:schemeClr val="bg2">
                    <a:lumMod val="25000"/>
                  </a:schemeClr>
                </a:solidFill>
                <a:latin typeface="Visby CF Medium" pitchFamily="2" charset="77"/>
              </a:rPr>
              <a:t> et autre logiciel tiers. Il n’est pas nécessairement unique.</a:t>
            </a:r>
            <a:endParaRPr lang="fr-FR"/>
          </a:p>
        </p:txBody>
      </p:sp>
      <p:sp>
        <p:nvSpPr>
          <p:cNvPr id="9" name="Rectangle 8">
            <a:extLst>
              <a:ext uri="{FF2B5EF4-FFF2-40B4-BE49-F238E27FC236}">
                <a16:creationId xmlns:a16="http://schemas.microsoft.com/office/drawing/2014/main" id="{77AD9F82-E64B-539A-35AB-D57D4034C349}"/>
              </a:ext>
            </a:extLst>
          </p:cNvPr>
          <p:cNvSpPr/>
          <p:nvPr>
            <p:custDataLst>
              <p:tags r:id="rId4"/>
            </p:custDataLst>
          </p:nvPr>
        </p:nvSpPr>
        <p:spPr>
          <a:xfrm>
            <a:off x="8296404" y="1465240"/>
            <a:ext cx="3670955" cy="5023693"/>
          </a:xfrm>
          <a:prstGeom prst="rect">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30000"/>
              </a:lnSpc>
            </a:pPr>
            <a:r>
              <a:rPr lang="fr-CA" sz="2200">
                <a:solidFill>
                  <a:schemeClr val="bg2">
                    <a:lumMod val="25000"/>
                  </a:schemeClr>
                </a:solidFill>
                <a:latin typeface="Visby CF Medium" pitchFamily="2" charset="77"/>
              </a:rPr>
              <a:t>L’identifiant interne généré automatiquement par </a:t>
            </a:r>
            <a:r>
              <a:rPr lang="fr-CA" sz="2200" err="1">
                <a:solidFill>
                  <a:schemeClr val="bg2">
                    <a:lumMod val="25000"/>
                  </a:schemeClr>
                </a:solidFill>
                <a:latin typeface="Visby CF Medium" pitchFamily="2" charset="77"/>
              </a:rPr>
              <a:t>Airtable</a:t>
            </a:r>
            <a:r>
              <a:rPr lang="fr-CA" sz="2200">
                <a:solidFill>
                  <a:schemeClr val="bg2">
                    <a:lumMod val="25000"/>
                  </a:schemeClr>
                </a:solidFill>
                <a:latin typeface="Visby CF Medium" pitchFamily="2" charset="77"/>
              </a:rPr>
              <a:t> pour chaque enregistrement (format recX</a:t>
            </a:r>
            <a:r>
              <a:rPr lang="fr-CA" sz="2200" baseline="30000">
                <a:solidFill>
                  <a:schemeClr val="bg2">
                    <a:lumMod val="25000"/>
                  </a:schemeClr>
                </a:solidFill>
                <a:latin typeface="Visby CF Medium" pitchFamily="2" charset="77"/>
              </a:rPr>
              <a:t>14</a:t>
            </a:r>
            <a:r>
              <a:rPr lang="fr-CA" sz="2200">
                <a:solidFill>
                  <a:schemeClr val="bg2">
                    <a:lumMod val="25000"/>
                  </a:schemeClr>
                </a:solidFill>
                <a:latin typeface="Visby CF Medium" pitchFamily="2" charset="77"/>
              </a:rPr>
              <a:t>). Il ne change jamais, même si tous les autres champs sont modifiés et il est utilisé par les automatisations et les intégrations techniques.</a:t>
            </a:r>
            <a:endParaRPr lang="fr-FR" sz="2200">
              <a:solidFill>
                <a:schemeClr val="bg2">
                  <a:lumMod val="25000"/>
                </a:schemeClr>
              </a:solidFill>
              <a:latin typeface="Visby CF Medium" pitchFamily="2" charset="77"/>
            </a:endParaRPr>
          </a:p>
        </p:txBody>
      </p:sp>
      <p:pic>
        <p:nvPicPr>
          <p:cNvPr id="10" name="Image 9" descr="Une image contenant Police, Graphique, capture d’écran, graphisme&#10;&#10;Description générée automatiquement">
            <a:extLst>
              <a:ext uri="{FF2B5EF4-FFF2-40B4-BE49-F238E27FC236}">
                <a16:creationId xmlns:a16="http://schemas.microsoft.com/office/drawing/2014/main" id="{45975D69-A394-595E-99A0-56901B392F8E}"/>
              </a:ext>
            </a:extLst>
          </p:cNvPr>
          <p:cNvPicPr>
            <a:picLocks noChangeAspect="1"/>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11" name="ZoneTexte 10">
            <a:extLst>
              <a:ext uri="{FF2B5EF4-FFF2-40B4-BE49-F238E27FC236}">
                <a16:creationId xmlns:a16="http://schemas.microsoft.com/office/drawing/2014/main" id="{B0DF62A9-B2B7-E99C-F1B5-5F1DD55C35A8}"/>
              </a:ext>
            </a:extLst>
          </p:cNvPr>
          <p:cNvSpPr txBox="1"/>
          <p:nvPr>
            <p:custDataLst>
              <p:tags r:id="rId6"/>
            </p:custDataLst>
          </p:nvPr>
        </p:nvSpPr>
        <p:spPr>
          <a:xfrm>
            <a:off x="693302" y="1136979"/>
            <a:ext cx="2632452" cy="523220"/>
          </a:xfrm>
          <a:prstGeom prst="rect">
            <a:avLst/>
          </a:prstGeom>
          <a:noFill/>
        </p:spPr>
        <p:txBody>
          <a:bodyPr wrap="none" rtlCol="0">
            <a:spAutoFit/>
          </a:bodyPr>
          <a:lstStyle/>
          <a:p>
            <a:r>
              <a:rPr lang="fr-FR" sz="2800" b="1">
                <a:solidFill>
                  <a:schemeClr val="accent1"/>
                </a:solidFill>
                <a:latin typeface="Visby Slab CF Bold" pitchFamily="2" charset="77"/>
              </a:rPr>
              <a:t> Clé primaire</a:t>
            </a:r>
          </a:p>
        </p:txBody>
      </p:sp>
      <p:sp>
        <p:nvSpPr>
          <p:cNvPr id="12" name="ZoneTexte 11">
            <a:extLst>
              <a:ext uri="{FF2B5EF4-FFF2-40B4-BE49-F238E27FC236}">
                <a16:creationId xmlns:a16="http://schemas.microsoft.com/office/drawing/2014/main" id="{3C5E52C6-6E9B-CD0C-2547-9F7AB6AE6644}"/>
              </a:ext>
            </a:extLst>
          </p:cNvPr>
          <p:cNvSpPr txBox="1"/>
          <p:nvPr>
            <p:custDataLst>
              <p:tags r:id="rId7"/>
            </p:custDataLst>
          </p:nvPr>
        </p:nvSpPr>
        <p:spPr>
          <a:xfrm>
            <a:off x="4682791" y="1136979"/>
            <a:ext cx="2826415" cy="523220"/>
          </a:xfrm>
          <a:prstGeom prst="rect">
            <a:avLst/>
          </a:prstGeom>
          <a:noFill/>
        </p:spPr>
        <p:txBody>
          <a:bodyPr wrap="none" rtlCol="0">
            <a:spAutoFit/>
          </a:bodyPr>
          <a:lstStyle/>
          <a:p>
            <a:r>
              <a:rPr lang="fr-FR" sz="2800" b="1">
                <a:solidFill>
                  <a:schemeClr val="accent6">
                    <a:lumMod val="75000"/>
                  </a:schemeClr>
                </a:solidFill>
                <a:latin typeface="Visby Slab CF Bold" pitchFamily="2" charset="77"/>
              </a:rPr>
              <a:t>Champ Name</a:t>
            </a:r>
          </a:p>
        </p:txBody>
      </p:sp>
      <p:sp>
        <p:nvSpPr>
          <p:cNvPr id="13" name="ZoneTexte 12">
            <a:extLst>
              <a:ext uri="{FF2B5EF4-FFF2-40B4-BE49-F238E27FC236}">
                <a16:creationId xmlns:a16="http://schemas.microsoft.com/office/drawing/2014/main" id="{FED1A622-2411-256D-91EB-FDEC9165ED60}"/>
              </a:ext>
            </a:extLst>
          </p:cNvPr>
          <p:cNvSpPr txBox="1"/>
          <p:nvPr>
            <p:custDataLst>
              <p:tags r:id="rId8"/>
            </p:custDataLst>
          </p:nvPr>
        </p:nvSpPr>
        <p:spPr>
          <a:xfrm>
            <a:off x="8815655" y="1136979"/>
            <a:ext cx="2653290" cy="523220"/>
          </a:xfrm>
          <a:prstGeom prst="rect">
            <a:avLst/>
          </a:prstGeom>
          <a:noFill/>
        </p:spPr>
        <p:txBody>
          <a:bodyPr wrap="none" rtlCol="0">
            <a:spAutoFit/>
          </a:bodyPr>
          <a:lstStyle/>
          <a:p>
            <a:r>
              <a:rPr lang="fr-FR" sz="2800" b="1">
                <a:solidFill>
                  <a:schemeClr val="accent5"/>
                </a:solidFill>
                <a:latin typeface="Visby Slab CF Bold" pitchFamily="2" charset="77"/>
              </a:rPr>
              <a:t> Clé machine</a:t>
            </a:r>
          </a:p>
        </p:txBody>
      </p:sp>
    </p:spTree>
    <p:extLst>
      <p:ext uri="{BB962C8B-B14F-4D97-AF65-F5344CB8AC3E}">
        <p14:creationId xmlns:p14="http://schemas.microsoft.com/office/powerpoint/2010/main" val="42442338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417D4-FE4F-7B6D-2249-53507ED2A255}"/>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2A5B8A41-6F75-C70D-745B-EF8723A98F7A}"/>
              </a:ext>
            </a:extLst>
          </p:cNvPr>
          <p:cNvSpPr>
            <a:spLocks noGrp="1"/>
          </p:cNvSpPr>
          <p:nvPr>
            <p:ph type="title"/>
            <p:custDataLst>
              <p:tags r:id="rId1"/>
            </p:custDataLst>
          </p:nvPr>
        </p:nvSpPr>
        <p:spPr/>
        <p:txBody>
          <a:bodyPr/>
          <a:lstStyle/>
          <a:p>
            <a:r>
              <a:rPr kumimoji="0" lang="fr-CA" b="0" i="0" u="none" strike="noStrike" kern="1200" cap="none" spc="0" normalizeH="0" baseline="0" noProof="0">
                <a:ln>
                  <a:noFill/>
                </a:ln>
                <a:solidFill>
                  <a:schemeClr val="accent4"/>
                </a:solidFill>
                <a:effectLst/>
                <a:uLnTx/>
                <a:uFillTx/>
                <a:latin typeface="Visby Slab CF Bold" panose="00000800000000000000" pitchFamily="50" charset="0"/>
                <a:ea typeface="+mn-ea"/>
                <a:cs typeface="+mn-cs"/>
              </a:rPr>
              <a:t>Nouvelle matière</a:t>
            </a:r>
            <a:endParaRPr lang="fr-CA" sz="4800"/>
          </a:p>
        </p:txBody>
      </p:sp>
    </p:spTree>
    <p:extLst>
      <p:ext uri="{BB962C8B-B14F-4D97-AF65-F5344CB8AC3E}">
        <p14:creationId xmlns:p14="http://schemas.microsoft.com/office/powerpoint/2010/main" val="8608181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lstStyle/>
          <a:p>
            <a:r>
              <a:rPr lang="fr-CA" dirty="0"/>
              <a:t>Loi 25 — Données personnelles</a:t>
            </a:r>
          </a:p>
        </p:txBody>
      </p:sp>
      <p:sp>
        <p:nvSpPr>
          <p:cNvPr id="11" name="Card1"/>
          <p:cNvSpPr>
            <a:spLocks noGrp="1"/>
          </p:cNvSpPr>
          <p:nvPr>
            <p:custDataLst>
              <p:tags r:id="rId2"/>
            </p:custDataLst>
          </p:nvPr>
        </p:nvSpPr>
        <p:spPr>
          <a:xfrm>
            <a:off x="400000" y="2072399"/>
            <a:ext cx="5621000" cy="1906436"/>
          </a:xfrm>
          <a:prstGeom prst="roundRect">
            <a:avLst>
              <a:gd name="adj" fmla="val 9562"/>
            </a:avLst>
          </a:prstGeom>
          <a:solidFill>
            <a:schemeClr val="accent1">
              <a:lumMod val="20000"/>
              <a:lumOff val="80000"/>
            </a:schemeClr>
          </a:solidFill>
        </p:spPr>
        <p:txBody>
          <a:bodyPr lIns="310000" tIns="150000" rIns="310000" bIns="150000" anchor="ctr"/>
          <a:lstStyle/>
          <a:p>
            <a:pPr>
              <a:lnSpc>
                <a:spcPct val="150000"/>
              </a:lnSpc>
            </a:pPr>
            <a:r>
              <a:rPr lang="fr-CA" sz="2400" b="1" dirty="0">
                <a:solidFill>
                  <a:schemeClr val="accent1">
                    <a:lumMod val="75000"/>
                  </a:schemeClr>
                </a:solidFill>
                <a:latin typeface="Visby Slab CF Bold" pitchFamily="2" charset="77"/>
              </a:rPr>
              <a:t>Consentement éclairé</a:t>
            </a:r>
          </a:p>
          <a:p>
            <a:pPr>
              <a:lnSpc>
                <a:spcPct val="150000"/>
              </a:lnSpc>
            </a:pPr>
            <a:r>
              <a:rPr lang="fr-CA" dirty="0">
                <a:solidFill>
                  <a:schemeClr val="tx2"/>
                </a:solidFill>
                <a:latin typeface="Visby CF Medium" pitchFamily="2" charset="77"/>
              </a:rPr>
              <a:t>Obtenir l’accord explicite avant de collecter des données personnelles via Softr</a:t>
            </a:r>
          </a:p>
        </p:txBody>
      </p:sp>
      <p:sp>
        <p:nvSpPr>
          <p:cNvPr id="12" name="Card2"/>
          <p:cNvSpPr>
            <a:spLocks noGrp="1"/>
          </p:cNvSpPr>
          <p:nvPr>
            <p:custDataLst>
              <p:tags r:id="rId3"/>
            </p:custDataLst>
          </p:nvPr>
        </p:nvSpPr>
        <p:spPr>
          <a:xfrm>
            <a:off x="6171000" y="2072399"/>
            <a:ext cx="5621000" cy="1906436"/>
          </a:xfrm>
          <a:prstGeom prst="roundRect">
            <a:avLst>
              <a:gd name="adj" fmla="val 12544"/>
            </a:avLst>
          </a:prstGeom>
          <a:solidFill>
            <a:schemeClr val="accent3">
              <a:lumMod val="20000"/>
              <a:lumOff val="80000"/>
            </a:schemeClr>
          </a:solidFill>
        </p:spPr>
        <p:txBody>
          <a:bodyPr lIns="310000" tIns="150000" rIns="310000" bIns="150000" anchor="ctr"/>
          <a:lstStyle/>
          <a:p>
            <a:pPr>
              <a:lnSpc>
                <a:spcPct val="150000"/>
              </a:lnSpc>
            </a:pPr>
            <a:r>
              <a:rPr lang="fr-CA" sz="2400" b="1" dirty="0">
                <a:solidFill>
                  <a:schemeClr val="accent3">
                    <a:lumMod val="75000"/>
                  </a:schemeClr>
                </a:solidFill>
                <a:latin typeface="Visby Slab CF Bold" pitchFamily="2" charset="77"/>
              </a:rPr>
              <a:t>Droit à l’oubli</a:t>
            </a:r>
          </a:p>
          <a:p>
            <a:pPr>
              <a:lnSpc>
                <a:spcPct val="150000"/>
              </a:lnSpc>
            </a:pPr>
            <a:r>
              <a:rPr lang="fr-CA" dirty="0">
                <a:solidFill>
                  <a:schemeClr val="tx2"/>
                </a:solidFill>
                <a:latin typeface="Visby CF Medium" pitchFamily="2" charset="77"/>
              </a:rPr>
              <a:t>Supprimer les données d’un client de votre Airtable sur demande</a:t>
            </a:r>
          </a:p>
        </p:txBody>
      </p:sp>
      <p:sp>
        <p:nvSpPr>
          <p:cNvPr id="13" name="Card3"/>
          <p:cNvSpPr>
            <a:spLocks noGrp="1"/>
          </p:cNvSpPr>
          <p:nvPr>
            <p:custDataLst>
              <p:tags r:id="rId4"/>
            </p:custDataLst>
          </p:nvPr>
        </p:nvSpPr>
        <p:spPr>
          <a:xfrm>
            <a:off x="400000" y="4128714"/>
            <a:ext cx="5621000" cy="1906436"/>
          </a:xfrm>
          <a:prstGeom prst="roundRect">
            <a:avLst>
              <a:gd name="adj" fmla="val 8816"/>
            </a:avLst>
          </a:prstGeom>
          <a:solidFill>
            <a:schemeClr val="accent6">
              <a:lumMod val="20000"/>
              <a:lumOff val="80000"/>
            </a:schemeClr>
          </a:solidFill>
        </p:spPr>
        <p:txBody>
          <a:bodyPr lIns="310000" tIns="150000" rIns="310000" bIns="150000" anchor="ctr"/>
          <a:lstStyle/>
          <a:p>
            <a:pPr>
              <a:lnSpc>
                <a:spcPct val="150000"/>
              </a:lnSpc>
            </a:pPr>
            <a:r>
              <a:rPr lang="fr-CA" sz="2400" b="1" dirty="0">
                <a:solidFill>
                  <a:schemeClr val="accent6">
                    <a:lumMod val="50000"/>
                  </a:schemeClr>
                </a:solidFill>
                <a:latin typeface="Visby Slab CF Bold" pitchFamily="2" charset="77"/>
              </a:rPr>
              <a:t>Notification des incidents</a:t>
            </a:r>
          </a:p>
          <a:p>
            <a:pPr>
              <a:lnSpc>
                <a:spcPct val="150000"/>
              </a:lnSpc>
            </a:pPr>
            <a:r>
              <a:rPr lang="fr-CA" dirty="0">
                <a:solidFill>
                  <a:schemeClr val="tx2"/>
                </a:solidFill>
                <a:latin typeface="Visby CF Medium" pitchFamily="2" charset="77"/>
              </a:rPr>
              <a:t>Signaler toute brèche à la Commission d’accès à l’information dans les délais</a:t>
            </a:r>
          </a:p>
        </p:txBody>
      </p:sp>
      <p:sp>
        <p:nvSpPr>
          <p:cNvPr id="14" name="Card4"/>
          <p:cNvSpPr>
            <a:spLocks noGrp="1"/>
          </p:cNvSpPr>
          <p:nvPr>
            <p:custDataLst>
              <p:tags r:id="rId5"/>
            </p:custDataLst>
          </p:nvPr>
        </p:nvSpPr>
        <p:spPr>
          <a:xfrm>
            <a:off x="6171000" y="4128714"/>
            <a:ext cx="5621000" cy="1906436"/>
          </a:xfrm>
          <a:prstGeom prst="roundRect">
            <a:avLst>
              <a:gd name="adj" fmla="val 11798"/>
            </a:avLst>
          </a:prstGeom>
          <a:solidFill>
            <a:schemeClr val="accent5">
              <a:lumMod val="20000"/>
              <a:lumOff val="80000"/>
            </a:schemeClr>
          </a:solidFill>
          <a:ln>
            <a:solidFill>
              <a:schemeClr val="accent5">
                <a:lumMod val="20000"/>
                <a:lumOff val="80000"/>
              </a:schemeClr>
            </a:solidFill>
          </a:ln>
        </p:spPr>
        <p:txBody>
          <a:bodyPr lIns="310000" tIns="150000" rIns="310000" bIns="150000" anchor="ctr"/>
          <a:lstStyle/>
          <a:p>
            <a:pPr>
              <a:lnSpc>
                <a:spcPct val="150000"/>
              </a:lnSpc>
            </a:pPr>
            <a:r>
              <a:rPr lang="fr-CA" sz="2400" b="1" dirty="0">
                <a:solidFill>
                  <a:schemeClr val="accent5">
                    <a:lumMod val="75000"/>
                  </a:schemeClr>
                </a:solidFill>
                <a:latin typeface="Visby Slab CF Bold" pitchFamily="2" charset="77"/>
              </a:rPr>
              <a:t>Responsable désigné</a:t>
            </a:r>
          </a:p>
          <a:p>
            <a:pPr>
              <a:lnSpc>
                <a:spcPct val="150000"/>
              </a:lnSpc>
            </a:pPr>
            <a:r>
              <a:rPr lang="fr-CA" dirty="0">
                <a:solidFill>
                  <a:schemeClr val="tx2"/>
                </a:solidFill>
                <a:latin typeface="Visby CF Medium" pitchFamily="2" charset="77"/>
              </a:rPr>
              <a:t>Une personne dans l’organisation est imputable de la conformité</a:t>
            </a:r>
          </a:p>
        </p:txBody>
      </p:sp>
      <p:sp>
        <p:nvSpPr>
          <p:cNvPr id="15" name="BottomNote"/>
          <p:cNvSpPr>
            <a:spLocks noGrp="1"/>
          </p:cNvSpPr>
          <p:nvPr>
            <p:custDataLst>
              <p:tags r:id="rId6"/>
            </p:custDataLst>
          </p:nvPr>
        </p:nvSpPr>
        <p:spPr>
          <a:xfrm>
            <a:off x="389114" y="6048425"/>
            <a:ext cx="11392000" cy="560000"/>
          </a:xfrm>
          <a:prstGeom prst="rect">
            <a:avLst/>
          </a:prstGeom>
          <a:noFill/>
        </p:spPr>
        <p:txBody>
          <a:bodyPr lIns="0" tIns="0" rIns="0" bIns="0" anchor="ctr"/>
          <a:lstStyle/>
          <a:p>
            <a:pPr algn="ctr"/>
            <a:r>
              <a:rPr lang="fr-CA" dirty="0">
                <a:solidFill>
                  <a:srgbClr val="666666"/>
                </a:solidFill>
                <a:latin typeface="Visby CF Medium" pitchFamily="2" charset="77"/>
              </a:rPr>
              <a:t>Votre formulaire Softr collecte nom, adresse, téléphone, </a:t>
            </a:r>
            <a:r>
              <a:rPr lang="fr-CA" b="1" dirty="0">
                <a:solidFill>
                  <a:schemeClr val="accent2"/>
                </a:solidFill>
                <a:latin typeface="Visby Slab CF Bold" pitchFamily="2" charset="77"/>
              </a:rPr>
              <a:t>vous êtes donc assujetti dès maintenant!</a:t>
            </a:r>
          </a:p>
        </p:txBody>
      </p:sp>
      <p:pic>
        <p:nvPicPr>
          <p:cNvPr id="4" name="Image 3" descr="Une image contenant Police, Graphique, capture d’écran, graphisme  Description générée automatiquement">
            <a:extLst>
              <a:ext uri="{FF2B5EF4-FFF2-40B4-BE49-F238E27FC236}">
                <a16:creationId xmlns:a16="http://schemas.microsoft.com/office/drawing/2014/main" id="{58A0F076-935C-052E-41F5-8405B2B1A1B1}"/>
              </a:ext>
            </a:extLst>
          </p:cNvPr>
          <p:cNvPicPr>
            <a:picLocks noChangeAspect="1"/>
          </p:cNvPicPr>
          <p:nvPr>
            <p:custDataLst>
              <p:tags r:id="rId7"/>
            </p:custDataLst>
          </p:nvPr>
        </p:nvPicPr>
        <p:blipFill>
          <a:blip r:embed="rId10">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6" name="ZoneTexte 5">
            <a:extLst>
              <a:ext uri="{FF2B5EF4-FFF2-40B4-BE49-F238E27FC236}">
                <a16:creationId xmlns:a16="http://schemas.microsoft.com/office/drawing/2014/main" id="{8486272A-26ED-6FC3-2EA5-565D0CB49479}"/>
              </a:ext>
            </a:extLst>
          </p:cNvPr>
          <p:cNvSpPr txBox="1"/>
          <p:nvPr>
            <p:custDataLst>
              <p:tags r:id="rId8"/>
            </p:custDataLst>
          </p:nvPr>
        </p:nvSpPr>
        <p:spPr>
          <a:xfrm>
            <a:off x="400000" y="1057478"/>
            <a:ext cx="11392000" cy="1260345"/>
          </a:xfrm>
          <a:prstGeom prst="rect">
            <a:avLst/>
          </a:prstGeom>
          <a:noFill/>
        </p:spPr>
        <p:txBody>
          <a:bodyPr wrap="square" rtlCol="0">
            <a:spAutoFit/>
          </a:bodyPr>
          <a:lstStyle/>
          <a:p>
            <a:pPr>
              <a:lnSpc>
                <a:spcPct val="130000"/>
              </a:lnSpc>
            </a:pPr>
            <a:r>
              <a:rPr lang="fr-CA" sz="2000" dirty="0">
                <a:solidFill>
                  <a:schemeClr val="bg2">
                    <a:lumMod val="25000"/>
                  </a:schemeClr>
                </a:solidFill>
                <a:latin typeface="Visby CF Medium" pitchFamily="2" charset="77"/>
              </a:rPr>
              <a:t>Comme les informations concernant vos clients conservés dans </a:t>
            </a:r>
            <a:r>
              <a:rPr lang="fr-CA" sz="2000" dirty="0" err="1">
                <a:solidFill>
                  <a:schemeClr val="bg2">
                    <a:lumMod val="25000"/>
                  </a:schemeClr>
                </a:solidFill>
                <a:latin typeface="Visby CF Medium" pitchFamily="2" charset="77"/>
              </a:rPr>
              <a:t>Airtable</a:t>
            </a:r>
            <a:r>
              <a:rPr lang="fr-CA" sz="2000" dirty="0">
                <a:solidFill>
                  <a:schemeClr val="bg2">
                    <a:lumMod val="25000"/>
                  </a:schemeClr>
                </a:solidFill>
                <a:latin typeface="Visby CF Medium" pitchFamily="2" charset="77"/>
              </a:rPr>
              <a:t> sont des données </a:t>
            </a:r>
            <a:r>
              <a:rPr lang="fr-CA" sz="2000">
                <a:solidFill>
                  <a:schemeClr val="bg2">
                    <a:lumMod val="25000"/>
                  </a:schemeClr>
                </a:solidFill>
                <a:latin typeface="Visby CF Medium" pitchFamily="2" charset="77"/>
              </a:rPr>
              <a:t>personnelles selon la Loi 25</a:t>
            </a:r>
            <a:r>
              <a:rPr lang="fr-CA" sz="2000" dirty="0">
                <a:solidFill>
                  <a:schemeClr val="bg2">
                    <a:lumMod val="25000"/>
                  </a:schemeClr>
                </a:solidFill>
                <a:latin typeface="Visby CF Medium" pitchFamily="2" charset="77"/>
              </a:rPr>
              <a:t>, voici ce que </a:t>
            </a:r>
            <a:r>
              <a:rPr lang="fr-CA" sz="2000">
                <a:solidFill>
                  <a:schemeClr val="bg2">
                    <a:lumMod val="25000"/>
                  </a:schemeClr>
                </a:solidFill>
                <a:latin typeface="Visby CF Medium" pitchFamily="2" charset="77"/>
              </a:rPr>
              <a:t>ça change :</a:t>
            </a:r>
            <a:endParaRPr lang="fr-CA" sz="2000" dirty="0">
              <a:solidFill>
                <a:schemeClr val="bg2">
                  <a:lumMod val="25000"/>
                </a:schemeClr>
              </a:solidFill>
              <a:latin typeface="Visby CF Medium" pitchFamily="2" charset="77"/>
            </a:endParaRPr>
          </a:p>
          <a:p>
            <a:pPr>
              <a:lnSpc>
                <a:spcPct val="130000"/>
              </a:lnSpc>
            </a:pPr>
            <a:endParaRPr lang="fr-FR"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normAutofit fontScale="90000"/>
          </a:bodyPr>
          <a:lstStyle/>
          <a:p>
            <a:r>
              <a:rPr lang="fr-CA" dirty="0"/>
              <a:t>Pourquoi ça vous concerne — en tant que gestionnaire</a:t>
            </a:r>
          </a:p>
        </p:txBody>
      </p:sp>
      <p:sp>
        <p:nvSpPr>
          <p:cNvPr id="20" name="CardLeft1"/>
          <p:cNvSpPr>
            <a:spLocks noGrp="1"/>
          </p:cNvSpPr>
          <p:nvPr>
            <p:custDataLst>
              <p:tags r:id="rId2"/>
            </p:custDataLst>
          </p:nvPr>
        </p:nvSpPr>
        <p:spPr>
          <a:xfrm>
            <a:off x="400000" y="1126202"/>
            <a:ext cx="2600000" cy="1658914"/>
          </a:xfrm>
          <a:prstGeom prst="rect">
            <a:avLst/>
          </a:prstGeom>
          <a:solidFill>
            <a:schemeClr val="bg2">
              <a:lumMod val="75000"/>
            </a:schemeClr>
          </a:solidFill>
        </p:spPr>
        <p:txBody>
          <a:bodyPr lIns="200000" tIns="100000" rIns="200000" bIns="100000" anchor="ctr"/>
          <a:lstStyle/>
          <a:p>
            <a:pPr algn="ctr"/>
            <a:r>
              <a:rPr lang="fr-CA" sz="4400" b="1" dirty="0">
                <a:solidFill>
                  <a:srgbClr val="FFFFFF"/>
                </a:solidFill>
                <a:latin typeface="Visby Slab CF Bold" pitchFamily="2" charset="77"/>
              </a:rPr>
              <a:t>25 M$</a:t>
            </a:r>
          </a:p>
          <a:p>
            <a:pPr algn="ctr"/>
            <a:r>
              <a:rPr lang="fr-CA" sz="1400" dirty="0">
                <a:solidFill>
                  <a:schemeClr val="bg2"/>
                </a:solidFill>
                <a:latin typeface="Visby CF Medium" pitchFamily="2" charset="77"/>
              </a:rPr>
              <a:t>ou 4% du CA</a:t>
            </a:r>
          </a:p>
        </p:txBody>
      </p:sp>
      <p:sp>
        <p:nvSpPr>
          <p:cNvPr id="21" name="CardRight1"/>
          <p:cNvSpPr>
            <a:spLocks noGrp="1"/>
          </p:cNvSpPr>
          <p:nvPr>
            <p:custDataLst>
              <p:tags r:id="rId3"/>
            </p:custDataLst>
          </p:nvPr>
        </p:nvSpPr>
        <p:spPr>
          <a:xfrm>
            <a:off x="3000000" y="1126202"/>
            <a:ext cx="8792000" cy="1658914"/>
          </a:xfrm>
          <a:prstGeom prst="rect">
            <a:avLst/>
          </a:prstGeom>
          <a:solidFill>
            <a:schemeClr val="bg1">
              <a:lumMod val="85000"/>
              <a:alpha val="25098"/>
            </a:schemeClr>
          </a:solidFill>
        </p:spPr>
        <p:txBody>
          <a:bodyPr lIns="400000" tIns="150000" rIns="400000" bIns="150000" anchor="ctr"/>
          <a:lstStyle/>
          <a:p>
            <a:pPr>
              <a:lnSpc>
                <a:spcPct val="150000"/>
              </a:lnSpc>
            </a:pPr>
            <a:r>
              <a:rPr lang="fr-CA" sz="2400" b="1" dirty="0">
                <a:solidFill>
                  <a:schemeClr val="bg2">
                    <a:lumMod val="50000"/>
                  </a:schemeClr>
                </a:solidFill>
                <a:latin typeface="Visby Slab CF Bold" pitchFamily="2" charset="77"/>
              </a:rPr>
              <a:t>Sanctions réelles pour non-conformité</a:t>
            </a:r>
          </a:p>
          <a:p>
            <a:pPr>
              <a:lnSpc>
                <a:spcPct val="150000"/>
              </a:lnSpc>
            </a:pPr>
            <a:r>
              <a:rPr lang="fr-CA" sz="2000" dirty="0">
                <a:solidFill>
                  <a:srgbClr val="000000"/>
                </a:solidFill>
                <a:latin typeface="Visby CF Medium" pitchFamily="2" charset="77"/>
              </a:rPr>
              <a:t>Toute brèche non déclarée ou traitement illégal expose directement la direction</a:t>
            </a:r>
          </a:p>
        </p:txBody>
      </p:sp>
      <p:sp>
        <p:nvSpPr>
          <p:cNvPr id="22" name="CardLeft2"/>
          <p:cNvSpPr>
            <a:spLocks noGrp="1"/>
          </p:cNvSpPr>
          <p:nvPr>
            <p:custDataLst>
              <p:tags r:id="rId4"/>
            </p:custDataLst>
          </p:nvPr>
        </p:nvSpPr>
        <p:spPr>
          <a:xfrm>
            <a:off x="400000" y="2917719"/>
            <a:ext cx="2600000" cy="1658914"/>
          </a:xfrm>
          <a:prstGeom prst="rect">
            <a:avLst/>
          </a:prstGeom>
          <a:solidFill>
            <a:schemeClr val="accent5"/>
          </a:solidFill>
        </p:spPr>
        <p:txBody>
          <a:bodyPr lIns="200000" tIns="100000" rIns="200000" bIns="100000" anchor="ctr"/>
          <a:lstStyle/>
          <a:p>
            <a:pPr algn="ctr"/>
            <a:r>
              <a:rPr lang="fr-CA" sz="2400" b="1" dirty="0">
                <a:solidFill>
                  <a:srgbClr val="FFFFFF"/>
                </a:solidFill>
                <a:latin typeface="Visby Slab CF Bold" pitchFamily="2" charset="77"/>
              </a:rPr>
              <a:t>Obligatoire</a:t>
            </a:r>
          </a:p>
          <a:p>
            <a:pPr algn="ctr"/>
            <a:r>
              <a:rPr lang="fr-CA" sz="1400" dirty="0">
                <a:solidFill>
                  <a:schemeClr val="accent5">
                    <a:lumMod val="20000"/>
                    <a:lumOff val="80000"/>
                  </a:schemeClr>
                </a:solidFill>
                <a:latin typeface="Visby CF Medium" pitchFamily="2" charset="77"/>
              </a:rPr>
              <a:t>dans tout projet TN</a:t>
            </a:r>
          </a:p>
        </p:txBody>
      </p:sp>
      <p:sp>
        <p:nvSpPr>
          <p:cNvPr id="23" name="CardRight2"/>
          <p:cNvSpPr>
            <a:spLocks noGrp="1"/>
          </p:cNvSpPr>
          <p:nvPr>
            <p:custDataLst>
              <p:tags r:id="rId5"/>
            </p:custDataLst>
          </p:nvPr>
        </p:nvSpPr>
        <p:spPr>
          <a:xfrm>
            <a:off x="3000000" y="2917719"/>
            <a:ext cx="8792000" cy="1658914"/>
          </a:xfrm>
          <a:prstGeom prst="rect">
            <a:avLst/>
          </a:prstGeom>
          <a:solidFill>
            <a:srgbClr val="FBE2F2">
              <a:alpha val="25098"/>
            </a:srgbClr>
          </a:solidFill>
        </p:spPr>
        <p:txBody>
          <a:bodyPr lIns="400000" tIns="150000" rIns="400000" bIns="150000" anchor="ctr"/>
          <a:lstStyle/>
          <a:p>
            <a:pPr>
              <a:lnSpc>
                <a:spcPct val="150000"/>
              </a:lnSpc>
            </a:pPr>
            <a:r>
              <a:rPr lang="fr-CA" sz="2400" b="1" spc="-140" dirty="0">
                <a:solidFill>
                  <a:schemeClr val="accent5">
                    <a:lumMod val="75000"/>
                  </a:schemeClr>
                </a:solidFill>
                <a:latin typeface="Visby Slab CF Bold" pitchFamily="2" charset="77"/>
              </a:rPr>
              <a:t>Exigence dans tout projet de transformation numérique</a:t>
            </a:r>
          </a:p>
          <a:p>
            <a:pPr>
              <a:lnSpc>
                <a:spcPct val="150000"/>
              </a:lnSpc>
            </a:pPr>
            <a:r>
              <a:rPr lang="fr-CA" sz="2000" dirty="0">
                <a:solidFill>
                  <a:srgbClr val="333333"/>
                </a:solidFill>
                <a:latin typeface="Visby CF Medium" pitchFamily="2" charset="77"/>
              </a:rPr>
              <a:t>Aucun déploiement Airtable-Softr ne peut ignorer la conformité légale</a:t>
            </a:r>
          </a:p>
        </p:txBody>
      </p:sp>
      <p:sp>
        <p:nvSpPr>
          <p:cNvPr id="24" name="CardLeft3"/>
          <p:cNvSpPr>
            <a:spLocks noGrp="1"/>
          </p:cNvSpPr>
          <p:nvPr>
            <p:custDataLst>
              <p:tags r:id="rId6"/>
            </p:custDataLst>
          </p:nvPr>
        </p:nvSpPr>
        <p:spPr>
          <a:xfrm>
            <a:off x="400000" y="4709237"/>
            <a:ext cx="2600000" cy="1658914"/>
          </a:xfrm>
          <a:prstGeom prst="rect">
            <a:avLst/>
          </a:prstGeom>
          <a:solidFill>
            <a:srgbClr val="3CB778"/>
          </a:solidFill>
        </p:spPr>
        <p:txBody>
          <a:bodyPr lIns="200000" tIns="100000" rIns="200000" bIns="100000" anchor="ctr"/>
          <a:lstStyle/>
          <a:p>
            <a:pPr algn="ctr"/>
            <a:r>
              <a:rPr lang="fr-CA" sz="2400" b="1" dirty="0">
                <a:solidFill>
                  <a:srgbClr val="FFFFFF"/>
                </a:solidFill>
                <a:latin typeface="Visby Slab CF Bold" pitchFamily="2" charset="77"/>
              </a:rPr>
              <a:t>Différenciant</a:t>
            </a:r>
          </a:p>
          <a:p>
            <a:pPr algn="ctr"/>
            <a:r>
              <a:rPr lang="fr-CA" sz="1400" dirty="0">
                <a:solidFill>
                  <a:srgbClr val="C2EDD5"/>
                </a:solidFill>
                <a:latin typeface="Visby CF Medium" pitchFamily="2" charset="77"/>
              </a:rPr>
              <a:t>sur le marché</a:t>
            </a:r>
          </a:p>
        </p:txBody>
      </p:sp>
      <p:sp>
        <p:nvSpPr>
          <p:cNvPr id="25" name="CardRight3"/>
          <p:cNvSpPr>
            <a:spLocks noGrp="1"/>
          </p:cNvSpPr>
          <p:nvPr>
            <p:custDataLst>
              <p:tags r:id="rId7"/>
            </p:custDataLst>
          </p:nvPr>
        </p:nvSpPr>
        <p:spPr>
          <a:xfrm>
            <a:off x="3000000" y="4709237"/>
            <a:ext cx="8792000" cy="1658914"/>
          </a:xfrm>
          <a:prstGeom prst="rect">
            <a:avLst/>
          </a:prstGeom>
          <a:solidFill>
            <a:srgbClr val="EDF8F2"/>
          </a:solidFill>
        </p:spPr>
        <p:txBody>
          <a:bodyPr lIns="400000" tIns="150000" rIns="400000" bIns="150000" anchor="ctr"/>
          <a:lstStyle/>
          <a:p>
            <a:pPr>
              <a:lnSpc>
                <a:spcPct val="150000"/>
              </a:lnSpc>
            </a:pPr>
            <a:r>
              <a:rPr lang="fr-CA" sz="2400" b="1" spc="-100" dirty="0">
                <a:solidFill>
                  <a:schemeClr val="accent3">
                    <a:lumMod val="75000"/>
                  </a:schemeClr>
                </a:solidFill>
                <a:latin typeface="Visby Slab CF Bold" pitchFamily="2" charset="77"/>
              </a:rPr>
              <a:t>Compétence différenciante sur le marché du travail</a:t>
            </a:r>
          </a:p>
          <a:p>
            <a:pPr>
              <a:lnSpc>
                <a:spcPct val="150000"/>
              </a:lnSpc>
            </a:pPr>
            <a:r>
              <a:rPr lang="fr-CA" sz="2000" dirty="0">
                <a:solidFill>
                  <a:srgbClr val="333333"/>
                </a:solidFill>
                <a:latin typeface="Visby CF Medium" pitchFamily="2" charset="77"/>
              </a:rPr>
              <a:t>Maîtriser la conformité numérique distingue le gestionnaire averti</a:t>
            </a:r>
          </a:p>
        </p:txBody>
      </p:sp>
      <p:pic>
        <p:nvPicPr>
          <p:cNvPr id="3" name="Image 2" descr="Une image contenant Police, Graphique, capture d’écran, graphisme  Description générée automatiquement">
            <a:extLst>
              <a:ext uri="{FF2B5EF4-FFF2-40B4-BE49-F238E27FC236}">
                <a16:creationId xmlns:a16="http://schemas.microsoft.com/office/drawing/2014/main" id="{0CB78085-55E2-5A7D-75AF-46F9C3FBDC99}"/>
              </a:ext>
            </a:extLst>
          </p:cNvPr>
          <p:cNvPicPr>
            <a:picLocks noChangeAspect="1"/>
          </p:cNvPicPr>
          <p:nvPr>
            <p:custDataLst>
              <p:tags r:id="rId8"/>
            </p:custDataLst>
          </p:nvPr>
        </p:nvPicPr>
        <p:blipFill>
          <a:blip r:embed="rId10">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p:txBody>
          <a:bodyPr/>
          <a:lstStyle/>
          <a:p>
            <a:r>
              <a:rPr lang="fr-CA" dirty="0"/>
              <a:t>La triade CIA dans cet écosystème</a:t>
            </a:r>
          </a:p>
        </p:txBody>
      </p:sp>
      <p:sp>
        <p:nvSpPr>
          <p:cNvPr id="32" name="ColHeader2"/>
          <p:cNvSpPr>
            <a:spLocks noGrp="1"/>
          </p:cNvSpPr>
          <p:nvPr>
            <p:custDataLst>
              <p:tags r:id="rId2"/>
            </p:custDataLst>
          </p:nvPr>
        </p:nvSpPr>
        <p:spPr>
          <a:xfrm>
            <a:off x="4237500" y="3179424"/>
            <a:ext cx="3717000" cy="820000"/>
          </a:xfrm>
          <a:prstGeom prst="rect">
            <a:avLst/>
          </a:prstGeom>
          <a:solidFill>
            <a:schemeClr val="accent3"/>
          </a:solidFill>
        </p:spPr>
        <p:txBody>
          <a:bodyPr lIns="250000" tIns="100000" rIns="250000" bIns="100000" anchor="ctr"/>
          <a:lstStyle/>
          <a:p>
            <a:pPr algn="ctr"/>
            <a:r>
              <a:rPr lang="fr-CA" sz="2800" b="1" dirty="0">
                <a:solidFill>
                  <a:srgbClr val="FFFFFF"/>
                </a:solidFill>
                <a:latin typeface="Visby Slab CF Bold" pitchFamily="2" charset="77"/>
              </a:rPr>
              <a:t>Intégrité</a:t>
            </a:r>
          </a:p>
        </p:txBody>
      </p:sp>
      <p:sp>
        <p:nvSpPr>
          <p:cNvPr id="33" name="ColBody2"/>
          <p:cNvSpPr>
            <a:spLocks noGrp="1"/>
          </p:cNvSpPr>
          <p:nvPr>
            <p:custDataLst>
              <p:tags r:id="rId3"/>
            </p:custDataLst>
          </p:nvPr>
        </p:nvSpPr>
        <p:spPr>
          <a:xfrm>
            <a:off x="4237500" y="3999424"/>
            <a:ext cx="3717000" cy="2201257"/>
          </a:xfrm>
          <a:prstGeom prst="rect">
            <a:avLst/>
          </a:prstGeom>
          <a:solidFill>
            <a:schemeClr val="accent3">
              <a:lumMod val="20000"/>
              <a:lumOff val="80000"/>
              <a:alpha val="25098"/>
            </a:schemeClr>
          </a:solidFill>
        </p:spPr>
        <p:txBody>
          <a:bodyPr lIns="310000" tIns="144000" rIns="310000" bIns="200000" anchor="t"/>
          <a:lstStyle/>
          <a:p>
            <a:r>
              <a:rPr lang="fr-CA" sz="2000" b="1" spc="-100" dirty="0">
                <a:solidFill>
                  <a:schemeClr val="accent3">
                    <a:lumMod val="75000"/>
                  </a:schemeClr>
                </a:solidFill>
                <a:latin typeface="Visby Slab CF Bold" pitchFamily="2" charset="77"/>
              </a:rPr>
              <a:t>Données valides à l’entrée</a:t>
            </a:r>
          </a:p>
          <a:p>
            <a:endParaRPr lang="fr-CA" dirty="0">
              <a:latin typeface="Visby CF Medium" pitchFamily="2" charset="77"/>
            </a:endParaRPr>
          </a:p>
          <a:p>
            <a:r>
              <a:rPr lang="fr-CA" sz="2000" dirty="0">
                <a:solidFill>
                  <a:srgbClr val="222222"/>
                </a:solidFill>
                <a:latin typeface="Visby CF Medium" pitchFamily="2" charset="77"/>
              </a:rPr>
              <a:t>Vos formulaires Softr valident les données avant qu’elles entrent dans Airtable</a:t>
            </a:r>
          </a:p>
        </p:txBody>
      </p:sp>
      <p:pic>
        <p:nvPicPr>
          <p:cNvPr id="3" name="Image 2" descr="Une image contenant Police, Graphique, capture d’écran, graphisme  Description générée automatiquement">
            <a:extLst>
              <a:ext uri="{FF2B5EF4-FFF2-40B4-BE49-F238E27FC236}">
                <a16:creationId xmlns:a16="http://schemas.microsoft.com/office/drawing/2014/main" id="{F8772110-4755-0752-5DD0-2559FD52756A}"/>
              </a:ext>
            </a:extLst>
          </p:cNvPr>
          <p:cNvPicPr>
            <a:picLocks noChangeAspect="1"/>
          </p:cNvPicPr>
          <p:nvPr>
            <p:custDataLst>
              <p:tags r:id="rId4"/>
            </p:custDataLst>
          </p:nvPr>
        </p:nvPicPr>
        <p:blipFill>
          <a:blip r:embed="rId11">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4" name="Image 3">
            <a:extLst>
              <a:ext uri="{FF2B5EF4-FFF2-40B4-BE49-F238E27FC236}">
                <a16:creationId xmlns:a16="http://schemas.microsoft.com/office/drawing/2014/main" id="{09B7714D-AF58-28CA-86BE-5AF678D069A7}"/>
              </a:ext>
            </a:extLst>
          </p:cNvPr>
          <p:cNvPicPr>
            <a:picLocks noChangeAspect="1"/>
          </p:cNvPicPr>
          <p:nvPr>
            <p:custDataLst>
              <p:tags r:id="rId5"/>
            </p:custDataLst>
          </p:nvPr>
        </p:nvPicPr>
        <p:blipFill>
          <a:blip r:embed="rId12"/>
          <a:stretch>
            <a:fillRect/>
          </a:stretch>
        </p:blipFill>
        <p:spPr>
          <a:xfrm>
            <a:off x="3835052" y="978167"/>
            <a:ext cx="4521896" cy="2088426"/>
          </a:xfrm>
          <a:prstGeom prst="rect">
            <a:avLst/>
          </a:prstGeom>
        </p:spPr>
      </p:pic>
      <p:sp>
        <p:nvSpPr>
          <p:cNvPr id="5" name="ColHeader1">
            <a:extLst>
              <a:ext uri="{FF2B5EF4-FFF2-40B4-BE49-F238E27FC236}">
                <a16:creationId xmlns:a16="http://schemas.microsoft.com/office/drawing/2014/main" id="{38A40BA0-F13D-6865-66F7-EC549371C861}"/>
              </a:ext>
            </a:extLst>
          </p:cNvPr>
          <p:cNvSpPr>
            <a:spLocks noGrp="1"/>
          </p:cNvSpPr>
          <p:nvPr>
            <p:custDataLst>
              <p:tags r:id="rId6"/>
            </p:custDataLst>
          </p:nvPr>
        </p:nvSpPr>
        <p:spPr>
          <a:xfrm>
            <a:off x="8076500" y="3179424"/>
            <a:ext cx="3717000" cy="820000"/>
          </a:xfrm>
          <a:prstGeom prst="rect">
            <a:avLst/>
          </a:prstGeom>
          <a:solidFill>
            <a:schemeClr val="accent2"/>
          </a:solidFill>
        </p:spPr>
        <p:txBody>
          <a:bodyPr lIns="250000" tIns="100000" rIns="250000" bIns="100000" anchor="ctr"/>
          <a:lstStyle/>
          <a:p>
            <a:pPr algn="ctr"/>
            <a:r>
              <a:rPr lang="fr-CA" sz="2800" b="1" dirty="0">
                <a:solidFill>
                  <a:srgbClr val="FFFFFF"/>
                </a:solidFill>
                <a:latin typeface="Visby Slab CF Bold" pitchFamily="2" charset="77"/>
              </a:rPr>
              <a:t>Confidentialité</a:t>
            </a:r>
          </a:p>
        </p:txBody>
      </p:sp>
      <p:sp>
        <p:nvSpPr>
          <p:cNvPr id="6" name="ColBody1">
            <a:extLst>
              <a:ext uri="{FF2B5EF4-FFF2-40B4-BE49-F238E27FC236}">
                <a16:creationId xmlns:a16="http://schemas.microsoft.com/office/drawing/2014/main" id="{FEC2618D-8ED2-1C47-D4A7-501307525436}"/>
              </a:ext>
            </a:extLst>
          </p:cNvPr>
          <p:cNvSpPr>
            <a:spLocks noGrp="1"/>
          </p:cNvSpPr>
          <p:nvPr>
            <p:custDataLst>
              <p:tags r:id="rId7"/>
            </p:custDataLst>
          </p:nvPr>
        </p:nvSpPr>
        <p:spPr>
          <a:xfrm>
            <a:off x="8076500" y="3999424"/>
            <a:ext cx="3717000" cy="2201257"/>
          </a:xfrm>
          <a:prstGeom prst="rect">
            <a:avLst/>
          </a:prstGeom>
          <a:solidFill>
            <a:srgbClr val="C1F7FF">
              <a:alpha val="25098"/>
            </a:srgbClr>
          </a:solidFill>
        </p:spPr>
        <p:txBody>
          <a:bodyPr lIns="310000" tIns="144000" rIns="310000" bIns="200000" anchor="t"/>
          <a:lstStyle/>
          <a:p>
            <a:r>
              <a:rPr lang="fr-CA" sz="2000" b="1" dirty="0">
                <a:solidFill>
                  <a:schemeClr val="accent2">
                    <a:lumMod val="75000"/>
                  </a:schemeClr>
                </a:solidFill>
                <a:latin typeface="Visby Slab CF Bold" pitchFamily="2" charset="77"/>
              </a:rPr>
              <a:t>Qui accède à quoi?</a:t>
            </a:r>
          </a:p>
          <a:p>
            <a:endParaRPr lang="fr-CA" dirty="0">
              <a:latin typeface="Visby CF Medium" pitchFamily="2" charset="77"/>
            </a:endParaRPr>
          </a:p>
          <a:p>
            <a:r>
              <a:rPr lang="fr-CA" sz="2000" dirty="0">
                <a:solidFill>
                  <a:srgbClr val="222222"/>
                </a:solidFill>
                <a:latin typeface="Visby CF Medium" pitchFamily="2" charset="77"/>
              </a:rPr>
              <a:t>Rôles et permissions dans Softr déterminent qui voit quelles données clients</a:t>
            </a:r>
          </a:p>
        </p:txBody>
      </p:sp>
      <p:sp>
        <p:nvSpPr>
          <p:cNvPr id="7" name="ColHeader3">
            <a:extLst>
              <a:ext uri="{FF2B5EF4-FFF2-40B4-BE49-F238E27FC236}">
                <a16:creationId xmlns:a16="http://schemas.microsoft.com/office/drawing/2014/main" id="{5276F819-1CA3-3191-A5F8-408E473B1322}"/>
              </a:ext>
            </a:extLst>
          </p:cNvPr>
          <p:cNvSpPr>
            <a:spLocks noGrp="1"/>
          </p:cNvSpPr>
          <p:nvPr>
            <p:custDataLst>
              <p:tags r:id="rId8"/>
            </p:custDataLst>
          </p:nvPr>
        </p:nvSpPr>
        <p:spPr>
          <a:xfrm>
            <a:off x="399500" y="3179424"/>
            <a:ext cx="3718000" cy="820000"/>
          </a:xfrm>
          <a:prstGeom prst="rect">
            <a:avLst/>
          </a:prstGeom>
          <a:solidFill>
            <a:schemeClr val="accent1"/>
          </a:solidFill>
        </p:spPr>
        <p:txBody>
          <a:bodyPr lIns="250000" tIns="100000" rIns="250000" bIns="100000" anchor="ctr"/>
          <a:lstStyle/>
          <a:p>
            <a:pPr algn="ctr"/>
            <a:r>
              <a:rPr lang="fr-CA" sz="2800" b="1" dirty="0">
                <a:solidFill>
                  <a:srgbClr val="FFFFFF"/>
                </a:solidFill>
                <a:latin typeface="Visby Slab CF Bold" pitchFamily="2" charset="77"/>
              </a:rPr>
              <a:t>Disponibilité</a:t>
            </a:r>
          </a:p>
        </p:txBody>
      </p:sp>
      <p:sp>
        <p:nvSpPr>
          <p:cNvPr id="8" name="ColBody3">
            <a:extLst>
              <a:ext uri="{FF2B5EF4-FFF2-40B4-BE49-F238E27FC236}">
                <a16:creationId xmlns:a16="http://schemas.microsoft.com/office/drawing/2014/main" id="{D6F0B09B-D17F-F3B1-784C-4D88D57BB5D5}"/>
              </a:ext>
            </a:extLst>
          </p:cNvPr>
          <p:cNvSpPr>
            <a:spLocks noGrp="1"/>
          </p:cNvSpPr>
          <p:nvPr>
            <p:custDataLst>
              <p:tags r:id="rId9"/>
            </p:custDataLst>
          </p:nvPr>
        </p:nvSpPr>
        <p:spPr>
          <a:xfrm>
            <a:off x="399500" y="3999424"/>
            <a:ext cx="3718000" cy="2201257"/>
          </a:xfrm>
          <a:prstGeom prst="rect">
            <a:avLst/>
          </a:prstGeom>
          <a:solidFill>
            <a:srgbClr val="C2E4FF">
              <a:alpha val="25098"/>
            </a:srgbClr>
          </a:solidFill>
        </p:spPr>
        <p:txBody>
          <a:bodyPr lIns="310000" tIns="144000" rIns="310000" bIns="200000" anchor="t"/>
          <a:lstStyle/>
          <a:p>
            <a:r>
              <a:rPr lang="fr-CA" sz="2000" b="1" dirty="0">
                <a:solidFill>
                  <a:schemeClr val="accent1">
                    <a:lumMod val="75000"/>
                  </a:schemeClr>
                </a:solidFill>
                <a:latin typeface="Visby Slab CF Bold" pitchFamily="2" charset="77"/>
              </a:rPr>
              <a:t>Accès en tout temps</a:t>
            </a:r>
          </a:p>
          <a:p>
            <a:endParaRPr lang="fr-CA" dirty="0">
              <a:latin typeface="Visby CF Medium" pitchFamily="2" charset="77"/>
            </a:endParaRPr>
          </a:p>
          <a:p>
            <a:r>
              <a:rPr lang="fr-CA" sz="2000" dirty="0">
                <a:solidFill>
                  <a:srgbClr val="222222"/>
                </a:solidFill>
                <a:latin typeface="Visby CF Medium" pitchFamily="2" charset="77"/>
              </a:rPr>
              <a:t>Airtable est dans le cloud — mais une erreur de manipulation peut effacer une table entière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3F0C76-9166-039C-AA22-4BB8272A6747}"/>
              </a:ext>
            </a:extLst>
          </p:cNvPr>
          <p:cNvSpPr>
            <a:spLocks noGrp="1"/>
          </p:cNvSpPr>
          <p:nvPr>
            <p:ph type="title"/>
            <p:custDataLst>
              <p:tags r:id="rId1"/>
            </p:custDataLst>
          </p:nvPr>
        </p:nvSpPr>
        <p:spPr/>
        <p:txBody>
          <a:bodyPr/>
          <a:lstStyle/>
          <a:p>
            <a:r>
              <a:rPr lang="fr-CA" dirty="0"/>
              <a:t>Gestion du risque</a:t>
            </a:r>
          </a:p>
        </p:txBody>
      </p:sp>
      <p:sp>
        <p:nvSpPr>
          <p:cNvPr id="3" name="Espace réservé du contenu 2">
            <a:extLst>
              <a:ext uri="{FF2B5EF4-FFF2-40B4-BE49-F238E27FC236}">
                <a16:creationId xmlns:a16="http://schemas.microsoft.com/office/drawing/2014/main" id="{D941EF32-41A5-7A0C-84F8-E2228FC2B0FE}"/>
              </a:ext>
            </a:extLst>
          </p:cNvPr>
          <p:cNvSpPr>
            <a:spLocks noGrp="1"/>
          </p:cNvSpPr>
          <p:nvPr>
            <p:ph idx="1"/>
            <p:custDataLst>
              <p:tags r:id="rId2"/>
            </p:custDataLst>
          </p:nvPr>
        </p:nvSpPr>
        <p:spPr/>
        <p:txBody>
          <a:bodyPr>
            <a:normAutofit lnSpcReduction="10000"/>
          </a:bodyPr>
          <a:lstStyle/>
          <a:p>
            <a:r>
              <a:rPr lang="fr-CA" sz="2800" dirty="0"/>
              <a:t>Les spécialistes </a:t>
            </a:r>
            <a:r>
              <a:rPr lang="fr-CA" sz="2800"/>
              <a:t>en TI </a:t>
            </a:r>
            <a:r>
              <a:rPr lang="fr-CA" sz="2800" dirty="0"/>
              <a:t>peuvent interagir avec les experts en cybersécurité et avec le business. Ils assurent les bonnes pratiques pour le business et peuvent présenter les enjeux d’affaires aux gens techniques.</a:t>
            </a:r>
          </a:p>
          <a:p>
            <a:r>
              <a:rPr lang="fr-CA" sz="2800" dirty="0"/>
              <a:t>À la base. La cybersécurité, c’est de la gestion de risque.</a:t>
            </a:r>
          </a:p>
          <a:p>
            <a:pPr lvl="1"/>
            <a:r>
              <a:rPr lang="fr-CA" sz="2400" dirty="0"/>
              <a:t>On a des </a:t>
            </a:r>
            <a:r>
              <a:rPr lang="fr-CA" sz="2400" dirty="0">
                <a:solidFill>
                  <a:srgbClr val="FF0000"/>
                </a:solidFill>
                <a:latin typeface="Visby Slab CF Bold" panose="00000800000000000000" pitchFamily="50" charset="0"/>
              </a:rPr>
              <a:t>menaces</a:t>
            </a:r>
          </a:p>
          <a:p>
            <a:pPr lvl="1"/>
            <a:r>
              <a:rPr lang="fr-CA" sz="2400" dirty="0"/>
              <a:t>Des </a:t>
            </a:r>
            <a:r>
              <a:rPr lang="fr-CA" sz="2400" dirty="0">
                <a:solidFill>
                  <a:schemeClr val="accent6">
                    <a:lumMod val="75000"/>
                  </a:schemeClr>
                </a:solidFill>
                <a:latin typeface="Visby Slab CF Bold" panose="00000800000000000000" pitchFamily="50" charset="0"/>
              </a:rPr>
              <a:t>vulnérabilités</a:t>
            </a:r>
          </a:p>
          <a:p>
            <a:pPr lvl="1"/>
            <a:r>
              <a:rPr lang="fr-CA" sz="2400" dirty="0"/>
              <a:t>Et des </a:t>
            </a:r>
            <a:r>
              <a:rPr lang="fr-CA" sz="2400" dirty="0">
                <a:solidFill>
                  <a:srgbClr val="00B050"/>
                </a:solidFill>
                <a:latin typeface="Visby Slab CF Bold" panose="00000800000000000000" pitchFamily="50" charset="0"/>
              </a:rPr>
              <a:t>actifs</a:t>
            </a:r>
          </a:p>
          <a:p>
            <a:pPr lvl="1"/>
            <a:r>
              <a:rPr lang="fr-CA" sz="2400" dirty="0"/>
              <a:t>Un risque est une</a:t>
            </a:r>
            <a:r>
              <a:rPr lang="fr-CA" sz="2400" dirty="0">
                <a:solidFill>
                  <a:srgbClr val="FF0000"/>
                </a:solidFill>
              </a:rPr>
              <a:t> </a:t>
            </a:r>
            <a:r>
              <a:rPr lang="fr-CA" sz="2400" dirty="0">
                <a:solidFill>
                  <a:srgbClr val="FF0000"/>
                </a:solidFill>
                <a:latin typeface="Visby Slab CF Bold" panose="00000800000000000000" pitchFamily="50" charset="0"/>
              </a:rPr>
              <a:t>menace</a:t>
            </a:r>
            <a:r>
              <a:rPr lang="fr-CA" sz="2400" dirty="0">
                <a:solidFill>
                  <a:srgbClr val="FF0000"/>
                </a:solidFill>
              </a:rPr>
              <a:t> </a:t>
            </a:r>
            <a:r>
              <a:rPr lang="fr-CA" sz="2400" dirty="0"/>
              <a:t>qui exploite une</a:t>
            </a:r>
            <a:r>
              <a:rPr lang="fr-CA" sz="2400" dirty="0">
                <a:solidFill>
                  <a:schemeClr val="accent6">
                    <a:lumMod val="75000"/>
                  </a:schemeClr>
                </a:solidFill>
              </a:rPr>
              <a:t> </a:t>
            </a:r>
            <a:r>
              <a:rPr lang="fr-CA" sz="2400" dirty="0">
                <a:solidFill>
                  <a:schemeClr val="accent6">
                    <a:lumMod val="75000"/>
                  </a:schemeClr>
                </a:solidFill>
                <a:latin typeface="Visby Slab CF Bold" panose="00000800000000000000" pitchFamily="50" charset="0"/>
              </a:rPr>
              <a:t>vulnérabilité</a:t>
            </a:r>
            <a:r>
              <a:rPr lang="fr-CA" sz="2400" dirty="0">
                <a:solidFill>
                  <a:schemeClr val="accent6">
                    <a:lumMod val="75000"/>
                  </a:schemeClr>
                </a:solidFill>
              </a:rPr>
              <a:t> </a:t>
            </a:r>
            <a:r>
              <a:rPr lang="fr-CA" sz="2400" dirty="0"/>
              <a:t>pour atteindre un </a:t>
            </a:r>
            <a:r>
              <a:rPr lang="fr-CA" sz="2400" dirty="0">
                <a:solidFill>
                  <a:srgbClr val="00B050"/>
                </a:solidFill>
                <a:latin typeface="Visby Slab CF Bold" panose="00000800000000000000" pitchFamily="50" charset="0"/>
              </a:rPr>
              <a:t>actif</a:t>
            </a: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27A53B21-56B3-695B-4913-990930D26AC5}"/>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2123281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3BF87-08F1-5CC3-1A60-5C75FFE1015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BC8362D-AD6A-6C1C-D3EA-623B5502334A}"/>
              </a:ext>
            </a:extLst>
          </p:cNvPr>
          <p:cNvSpPr>
            <a:spLocks noGrp="1"/>
          </p:cNvSpPr>
          <p:nvPr>
            <p:ph type="title"/>
            <p:custDataLst>
              <p:tags r:id="rId1"/>
            </p:custDataLst>
          </p:nvPr>
        </p:nvSpPr>
        <p:spPr/>
        <p:txBody>
          <a:bodyPr/>
          <a:lstStyle/>
          <a:p>
            <a:r>
              <a:rPr lang="fr-CA" dirty="0"/>
              <a:t>Gestion du risque</a:t>
            </a:r>
          </a:p>
        </p:txBody>
      </p:sp>
      <p:sp>
        <p:nvSpPr>
          <p:cNvPr id="3" name="Espace réservé du contenu 2">
            <a:extLst>
              <a:ext uri="{FF2B5EF4-FFF2-40B4-BE49-F238E27FC236}">
                <a16:creationId xmlns:a16="http://schemas.microsoft.com/office/drawing/2014/main" id="{1612F8D5-956B-C11D-3FF7-6AE07CD54F4C}"/>
              </a:ext>
            </a:extLst>
          </p:cNvPr>
          <p:cNvSpPr>
            <a:spLocks noGrp="1"/>
          </p:cNvSpPr>
          <p:nvPr>
            <p:ph idx="1"/>
            <p:custDataLst>
              <p:tags r:id="rId2"/>
            </p:custDataLst>
          </p:nvPr>
        </p:nvSpPr>
        <p:spPr/>
        <p:txBody>
          <a:bodyPr/>
          <a:lstStyle/>
          <a:p>
            <a:r>
              <a:rPr lang="fr-CA" dirty="0"/>
              <a:t>Un risque est une</a:t>
            </a:r>
            <a:r>
              <a:rPr lang="fr-CA" dirty="0">
                <a:solidFill>
                  <a:srgbClr val="FF0000"/>
                </a:solidFill>
              </a:rPr>
              <a:t> </a:t>
            </a:r>
            <a:r>
              <a:rPr lang="fr-CA" dirty="0">
                <a:solidFill>
                  <a:srgbClr val="FF0000"/>
                </a:solidFill>
                <a:latin typeface="Visby Slab CF Bold" panose="00000800000000000000" pitchFamily="50" charset="0"/>
              </a:rPr>
              <a:t>menace</a:t>
            </a:r>
            <a:r>
              <a:rPr lang="fr-CA" dirty="0">
                <a:solidFill>
                  <a:srgbClr val="FF0000"/>
                </a:solidFill>
              </a:rPr>
              <a:t> </a:t>
            </a:r>
            <a:r>
              <a:rPr lang="fr-CA" dirty="0"/>
              <a:t>qui exploite une</a:t>
            </a:r>
            <a:r>
              <a:rPr lang="fr-CA" dirty="0">
                <a:solidFill>
                  <a:schemeClr val="accent6">
                    <a:lumMod val="75000"/>
                  </a:schemeClr>
                </a:solidFill>
              </a:rPr>
              <a:t> </a:t>
            </a:r>
            <a:r>
              <a:rPr lang="fr-CA" dirty="0">
                <a:solidFill>
                  <a:schemeClr val="accent6">
                    <a:lumMod val="75000"/>
                  </a:schemeClr>
                </a:solidFill>
                <a:latin typeface="Visby Slab CF Bold" panose="00000800000000000000" pitchFamily="50" charset="0"/>
              </a:rPr>
              <a:t>vulnérabilité</a:t>
            </a:r>
            <a:r>
              <a:rPr lang="fr-CA" dirty="0">
                <a:solidFill>
                  <a:schemeClr val="accent6">
                    <a:lumMod val="75000"/>
                  </a:schemeClr>
                </a:solidFill>
              </a:rPr>
              <a:t> </a:t>
            </a:r>
            <a:r>
              <a:rPr lang="fr-CA" dirty="0"/>
              <a:t>pour atteindre un </a:t>
            </a:r>
            <a:r>
              <a:rPr lang="fr-CA" dirty="0">
                <a:solidFill>
                  <a:srgbClr val="00B050"/>
                </a:solidFill>
                <a:latin typeface="Visby Slab CF Bold" panose="00000800000000000000" pitchFamily="50" charset="0"/>
              </a:rPr>
              <a:t>actif</a:t>
            </a:r>
          </a:p>
          <a:p>
            <a:r>
              <a:rPr lang="fr-CA" dirty="0">
                <a:solidFill>
                  <a:schemeClr val="tx1"/>
                </a:solidFill>
              </a:rPr>
              <a:t>Pour identifier les risques, on imagine des scénarios qui combinent, une </a:t>
            </a:r>
            <a:r>
              <a:rPr lang="fr-CA" dirty="0">
                <a:solidFill>
                  <a:srgbClr val="FF0000"/>
                </a:solidFill>
                <a:latin typeface="Visby Slab CF Bold" panose="00000800000000000000" pitchFamily="50" charset="0"/>
              </a:rPr>
              <a:t>menace</a:t>
            </a:r>
            <a:r>
              <a:rPr lang="fr-CA" dirty="0">
                <a:solidFill>
                  <a:schemeClr val="tx1"/>
                </a:solidFill>
              </a:rPr>
              <a:t>, une </a:t>
            </a:r>
            <a:r>
              <a:rPr lang="fr-CA" dirty="0">
                <a:solidFill>
                  <a:schemeClr val="accent6">
                    <a:lumMod val="75000"/>
                  </a:schemeClr>
                </a:solidFill>
                <a:latin typeface="Visby Slab CF Bold" panose="00000800000000000000" pitchFamily="50" charset="0"/>
              </a:rPr>
              <a:t>vulnérabilité</a:t>
            </a:r>
            <a:r>
              <a:rPr lang="fr-CA" dirty="0">
                <a:solidFill>
                  <a:schemeClr val="tx1"/>
                </a:solidFill>
              </a:rPr>
              <a:t> et un </a:t>
            </a:r>
            <a:r>
              <a:rPr lang="fr-CA" dirty="0">
                <a:solidFill>
                  <a:srgbClr val="00B050"/>
                </a:solidFill>
                <a:latin typeface="Visby Slab CF Bold" panose="00000800000000000000" pitchFamily="50" charset="0"/>
              </a:rPr>
              <a:t>actif</a:t>
            </a:r>
          </a:p>
          <a:p>
            <a:r>
              <a:rPr lang="fr-CA" dirty="0">
                <a:solidFill>
                  <a:schemeClr val="tx1"/>
                </a:solidFill>
              </a:rPr>
              <a:t>On évalue chaque scénario selon la probabilité qu’il se produise et l’impact des dommages potentiels</a:t>
            </a:r>
          </a:p>
          <a:p>
            <a:r>
              <a:rPr lang="fr-CA" dirty="0">
                <a:solidFill>
                  <a:schemeClr val="tx1"/>
                </a:solidFill>
              </a:rPr>
              <a:t>On tente de se protéger pour les scénarios avec un score supérieur à la tolérance au risque</a:t>
            </a:r>
          </a:p>
          <a:p>
            <a:r>
              <a:rPr lang="fr-CA" dirty="0">
                <a:solidFill>
                  <a:schemeClr val="tx1"/>
                </a:solidFill>
              </a:rPr>
              <a:t>Pour se protéger, on peut tenter de diminuer les </a:t>
            </a:r>
            <a:r>
              <a:rPr lang="fr-CA" dirty="0">
                <a:solidFill>
                  <a:schemeClr val="accent6">
                    <a:lumMod val="75000"/>
                  </a:schemeClr>
                </a:solidFill>
                <a:latin typeface="Visby Slab CF Bold" panose="00000800000000000000" pitchFamily="50" charset="0"/>
              </a:rPr>
              <a:t>vulnérabilités</a:t>
            </a:r>
            <a:r>
              <a:rPr lang="fr-CA" dirty="0">
                <a:solidFill>
                  <a:schemeClr val="tx1"/>
                </a:solidFill>
              </a:rPr>
              <a:t> et de minimiser les chances de </a:t>
            </a:r>
            <a:r>
              <a:rPr lang="fr-CA" dirty="0">
                <a:solidFill>
                  <a:srgbClr val="FF0000"/>
                </a:solidFill>
                <a:latin typeface="Visby Slab CF Bold" panose="00000800000000000000" pitchFamily="50" charset="0"/>
              </a:rPr>
              <a:t>menaces</a:t>
            </a:r>
            <a:r>
              <a:rPr lang="fr-CA" dirty="0">
                <a:solidFill>
                  <a:schemeClr val="tx1"/>
                </a:solidFill>
              </a:rPr>
              <a:t> par la prévention</a:t>
            </a:r>
            <a:r>
              <a:rPr lang="fr-CA">
                <a:solidFill>
                  <a:schemeClr val="tx1"/>
                </a:solidFill>
              </a:rPr>
              <a:t>, l’identification</a:t>
            </a:r>
            <a:r>
              <a:rPr lang="fr-CA" dirty="0">
                <a:solidFill>
                  <a:schemeClr val="tx1"/>
                </a:solidFill>
              </a:rPr>
              <a:t>, la surveillance</a:t>
            </a:r>
            <a:r>
              <a:rPr lang="fr-CA">
                <a:solidFill>
                  <a:schemeClr val="tx1"/>
                </a:solidFill>
              </a:rPr>
              <a:t>, etc.</a:t>
            </a:r>
            <a:endParaRPr lang="fr-CA" dirty="0">
              <a:solidFill>
                <a:schemeClr val="tx1"/>
              </a:solidFill>
            </a:endParaRP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9568E36A-6889-12C7-0330-50CEDE5DF9FA}"/>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94717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EA7F30-6F45-D248-080F-0BED6568BE06}"/>
              </a:ext>
            </a:extLst>
          </p:cNvPr>
          <p:cNvSpPr>
            <a:spLocks noGrp="1"/>
          </p:cNvSpPr>
          <p:nvPr>
            <p:ph type="title"/>
            <p:custDataLst>
              <p:tags r:id="rId1"/>
            </p:custDataLst>
          </p:nvPr>
        </p:nvSpPr>
        <p:spPr/>
        <p:txBody>
          <a:bodyPr/>
          <a:lstStyle/>
          <a:p>
            <a:r>
              <a:rPr lang="fr-CA"/>
              <a:t>Gestion des accès à l’aide de Softr</a:t>
            </a:r>
          </a:p>
        </p:txBody>
      </p:sp>
      <p:sp>
        <p:nvSpPr>
          <p:cNvPr id="3" name="Espace réservé du contenu 2">
            <a:extLst>
              <a:ext uri="{FF2B5EF4-FFF2-40B4-BE49-F238E27FC236}">
                <a16:creationId xmlns:a16="http://schemas.microsoft.com/office/drawing/2014/main" id="{50D75736-8E04-1E67-D9C8-CEC1C2D386D9}"/>
              </a:ext>
            </a:extLst>
          </p:cNvPr>
          <p:cNvSpPr>
            <a:spLocks noGrp="1"/>
          </p:cNvSpPr>
          <p:nvPr>
            <p:ph idx="1"/>
            <p:custDataLst>
              <p:tags r:id="rId2"/>
            </p:custDataLst>
          </p:nvPr>
        </p:nvSpPr>
        <p:spPr/>
        <p:txBody>
          <a:bodyPr anchor="ctr"/>
          <a:lstStyle/>
          <a:p>
            <a:r>
              <a:rPr lang="fr-CA" dirty="0"/>
              <a:t>Imaginons que nous poursuivions notre application et que nous concevions une page pour ajouter des articles au menu, est-ce que tous les employés utilisant l’application devraient pouvoir ajouter un article au menu de notre pizzeria?</a:t>
            </a:r>
          </a:p>
          <a:p>
            <a:pPr lvl="1"/>
            <a:r>
              <a:rPr lang="fr-CA" dirty="0"/>
              <a:t>Certainement pas! Il faut donc attribuer des rôles à chaque utilisateur et attribuer les accès aux pages en fonction de ces rôles.</a:t>
            </a:r>
          </a:p>
          <a:p>
            <a:r>
              <a:rPr lang="fr-CA" dirty="0"/>
              <a:t>Dans </a:t>
            </a:r>
            <a:r>
              <a:rPr lang="fr-CA" dirty="0" err="1"/>
              <a:t>Softr</a:t>
            </a:r>
            <a:r>
              <a:rPr lang="fr-CA" dirty="0"/>
              <a:t>, avec une licence Pro ou plus, nous pouvons même restreindre les accès au niveau des blocs et même des champs en fonction des groupes d’utilisateurs (rôles).</a:t>
            </a:r>
          </a:p>
        </p:txBody>
      </p:sp>
      <p:pic>
        <p:nvPicPr>
          <p:cNvPr id="5" name="Image 4" descr="Une image contenant Police, Graphique, capture d’écran, graphisme  Description générée automatiquement">
            <a:extLst>
              <a:ext uri="{FF2B5EF4-FFF2-40B4-BE49-F238E27FC236}">
                <a16:creationId xmlns:a16="http://schemas.microsoft.com/office/drawing/2014/main" id="{6CB7F39E-AAE9-AC58-9464-B3135C94CDEE}"/>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6" name="Graphique 5" descr="Pizza entière contour">
            <a:extLst>
              <a:ext uri="{FF2B5EF4-FFF2-40B4-BE49-F238E27FC236}">
                <a16:creationId xmlns:a16="http://schemas.microsoft.com/office/drawing/2014/main" id="{98794801-28AD-6FD5-CD87-A1E5CEEDE320}"/>
              </a:ext>
            </a:extLst>
          </p:cNvPr>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02017" y="43545"/>
            <a:ext cx="801441" cy="801441"/>
          </a:xfrm>
          <a:prstGeom prst="rect">
            <a:avLst/>
          </a:prstGeom>
        </p:spPr>
      </p:pic>
    </p:spTree>
    <p:extLst>
      <p:ext uri="{BB962C8B-B14F-4D97-AF65-F5344CB8AC3E}">
        <p14:creationId xmlns:p14="http://schemas.microsoft.com/office/powerpoint/2010/main" val="29966042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20EECB-443F-6556-E2B9-8C5068EA4020}"/>
              </a:ext>
            </a:extLst>
          </p:cNvPr>
          <p:cNvSpPr>
            <a:spLocks noGrp="1"/>
          </p:cNvSpPr>
          <p:nvPr>
            <p:ph type="title"/>
            <p:custDataLst>
              <p:tags r:id="rId1"/>
            </p:custDataLst>
          </p:nvPr>
        </p:nvSpPr>
        <p:spPr/>
        <p:txBody>
          <a:bodyPr/>
          <a:lstStyle/>
          <a:p>
            <a:r>
              <a:rPr lang="en-CA"/>
              <a:t>Cyberhygiène – Bonne pratiques à adopter</a:t>
            </a:r>
          </a:p>
        </p:txBody>
      </p:sp>
      <p:sp>
        <p:nvSpPr>
          <p:cNvPr id="3" name="Espace réservé du contenu 2">
            <a:extLst>
              <a:ext uri="{FF2B5EF4-FFF2-40B4-BE49-F238E27FC236}">
                <a16:creationId xmlns:a16="http://schemas.microsoft.com/office/drawing/2014/main" id="{E4E8C80C-9049-D497-0B9F-10CDFF34A2B0}"/>
              </a:ext>
            </a:extLst>
          </p:cNvPr>
          <p:cNvSpPr>
            <a:spLocks noGrp="1"/>
          </p:cNvSpPr>
          <p:nvPr>
            <p:ph idx="1"/>
            <p:custDataLst>
              <p:tags r:id="rId2"/>
            </p:custDataLst>
          </p:nvPr>
        </p:nvSpPr>
        <p:spPr/>
        <p:txBody>
          <a:bodyPr anchor="ctr"/>
          <a:lstStyle/>
          <a:p>
            <a:pPr marL="0" indent="0">
              <a:buNone/>
            </a:pPr>
            <a:r>
              <a:rPr lang="fr-CA" dirty="0"/>
              <a:t>Globalement, au quotidien</a:t>
            </a:r>
          </a:p>
          <a:p>
            <a:r>
              <a:rPr lang="fr-CA" dirty="0"/>
              <a:t>Utiliser un antivirus et </a:t>
            </a:r>
            <a:r>
              <a:rPr lang="fr-CA"/>
              <a:t>un anti-maliciel </a:t>
            </a:r>
            <a:r>
              <a:rPr lang="fr-CA" dirty="0"/>
              <a:t>à jour</a:t>
            </a:r>
          </a:p>
          <a:p>
            <a:r>
              <a:rPr lang="fr-CA" dirty="0"/>
              <a:t>Naviguer sur le web et depuis les liens de courriels de façon sécuritaire</a:t>
            </a:r>
          </a:p>
          <a:p>
            <a:pPr marL="0" indent="0">
              <a:buNone/>
            </a:pPr>
            <a:endParaRPr lang="fr-CA" dirty="0"/>
          </a:p>
          <a:p>
            <a:pPr marL="0" indent="0">
              <a:buNone/>
            </a:pPr>
            <a:r>
              <a:rPr lang="fr-CA" dirty="0"/>
              <a:t>Dans l’utilisation de </a:t>
            </a:r>
            <a:r>
              <a:rPr lang="fr-CA" dirty="0" err="1"/>
              <a:t>Airtable</a:t>
            </a:r>
            <a:r>
              <a:rPr lang="fr-CA" dirty="0"/>
              <a:t> et </a:t>
            </a:r>
            <a:r>
              <a:rPr lang="fr-CA" dirty="0" err="1"/>
              <a:t>Softr</a:t>
            </a:r>
            <a:r>
              <a:rPr lang="fr-CA" dirty="0"/>
              <a:t>, notamment</a:t>
            </a:r>
          </a:p>
          <a:p>
            <a:r>
              <a:rPr lang="fr-CA" dirty="0"/>
              <a:t>Utiliser et gérer nos mots de passe de façon appropriée</a:t>
            </a:r>
          </a:p>
          <a:p>
            <a:r>
              <a:rPr lang="fr-CA" dirty="0"/>
              <a:t>Sauvegarder régulièrement les données importantes</a:t>
            </a:r>
          </a:p>
          <a:p>
            <a:r>
              <a:rPr lang="fr-CA" dirty="0"/>
              <a:t>Limiter les accès et privilèges aux seuls besoins nécessaires</a:t>
            </a:r>
          </a:p>
          <a:p>
            <a:pPr marL="0" indent="0">
              <a:buNone/>
            </a:pPr>
            <a:endParaRPr lang="fr-CA" dirty="0"/>
          </a:p>
        </p:txBody>
      </p:sp>
      <p:pic>
        <p:nvPicPr>
          <p:cNvPr id="4" name="Image 3" descr="Une image contenant Police, Graphique, capture d’écran, graphisme  Description générée automatiquement">
            <a:extLst>
              <a:ext uri="{FF2B5EF4-FFF2-40B4-BE49-F238E27FC236}">
                <a16:creationId xmlns:a16="http://schemas.microsoft.com/office/drawing/2014/main" id="{F056190E-349C-4EA9-B4DF-32C9BDCF73F4}"/>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564563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42A07-B3C5-BF32-01B1-17AB10F5BD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33AB170-702A-9C4A-22CA-F1913ADCD53D}"/>
              </a:ext>
            </a:extLst>
          </p:cNvPr>
          <p:cNvSpPr>
            <a:spLocks noGrp="1"/>
          </p:cNvSpPr>
          <p:nvPr>
            <p:ph type="title"/>
            <p:custDataLst>
              <p:tags r:id="rId1"/>
            </p:custDataLst>
          </p:nvPr>
        </p:nvSpPr>
        <p:spPr/>
        <p:txBody>
          <a:bodyPr>
            <a:normAutofit/>
          </a:bodyPr>
          <a:lstStyle/>
          <a:p>
            <a:r>
              <a:rPr kumimoji="0" lang="fr-CA" sz="7200" b="0" i="0" u="none" strike="noStrike" kern="1200" cap="none" spc="0" normalizeH="0" baseline="0" noProof="0">
                <a:ln>
                  <a:noFill/>
                </a:ln>
                <a:solidFill>
                  <a:schemeClr val="accent6"/>
                </a:solidFill>
                <a:effectLst/>
                <a:uLnTx/>
                <a:uFillTx/>
                <a:latin typeface="Visby Slab CF Bold" panose="00000800000000000000" pitchFamily="50" charset="0"/>
                <a:ea typeface="+mn-ea"/>
                <a:cs typeface="+mn-cs"/>
              </a:rPr>
              <a:t>Application</a:t>
            </a:r>
            <a:endParaRPr lang="fr-CA">
              <a:solidFill>
                <a:schemeClr val="accent6"/>
              </a:solidFill>
            </a:endParaRPr>
          </a:p>
        </p:txBody>
      </p:sp>
    </p:spTree>
    <p:extLst>
      <p:ext uri="{BB962C8B-B14F-4D97-AF65-F5344CB8AC3E}">
        <p14:creationId xmlns:p14="http://schemas.microsoft.com/office/powerpoint/2010/main" val="9759377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782FEE-510D-E102-F32C-67DDBD456A96}"/>
              </a:ext>
            </a:extLst>
          </p:cNvPr>
          <p:cNvSpPr>
            <a:spLocks noGrp="1"/>
          </p:cNvSpPr>
          <p:nvPr>
            <p:ph type="title"/>
            <p:custDataLst>
              <p:tags r:id="rId1"/>
            </p:custDataLst>
          </p:nvPr>
        </p:nvSpPr>
        <p:spPr/>
        <p:txBody>
          <a:bodyPr/>
          <a:lstStyle/>
          <a:p>
            <a:r>
              <a:rPr lang="fr-CA"/>
              <a:t>Discussion en classe sur les enjeux de cybersécurité</a:t>
            </a:r>
            <a:endParaRPr lang="fr-CA" dirty="0"/>
          </a:p>
        </p:txBody>
      </p:sp>
      <p:sp>
        <p:nvSpPr>
          <p:cNvPr id="3" name="Espace réservé du contenu 2">
            <a:extLst>
              <a:ext uri="{FF2B5EF4-FFF2-40B4-BE49-F238E27FC236}">
                <a16:creationId xmlns:a16="http://schemas.microsoft.com/office/drawing/2014/main" id="{8D422137-88C5-AE88-012F-3B1B6A2BF5F8}"/>
              </a:ext>
            </a:extLst>
          </p:cNvPr>
          <p:cNvSpPr>
            <a:spLocks noGrp="1"/>
          </p:cNvSpPr>
          <p:nvPr>
            <p:ph idx="1"/>
            <p:custDataLst>
              <p:tags r:id="rId2"/>
            </p:custDataLst>
          </p:nvPr>
        </p:nvSpPr>
        <p:spPr>
          <a:xfrm>
            <a:off x="224640" y="1017270"/>
            <a:ext cx="11767680" cy="5656662"/>
          </a:xfrm>
        </p:spPr>
        <p:txBody>
          <a:bodyPr anchor="ctr">
            <a:normAutofit fontScale="92500"/>
          </a:bodyPr>
          <a:lstStyle/>
          <a:p>
            <a:r>
              <a:rPr lang="fr-CA" sz="2800"/>
              <a:t>Utiliser </a:t>
            </a:r>
            <a:r>
              <a:rPr lang="fr-CA" sz="2800" dirty="0"/>
              <a:t>l’IA pour comprendre </a:t>
            </a:r>
            <a:r>
              <a:rPr lang="fr-CA" sz="2800"/>
              <a:t>ces situations : </a:t>
            </a:r>
            <a:endParaRPr lang="fr-CA" sz="2800" dirty="0"/>
          </a:p>
          <a:p>
            <a:pPr lvl="1"/>
            <a:r>
              <a:rPr lang="fr-CA" sz="2400"/>
              <a:t>Groupe 1 : Que s’est-il passé il y a quelques jours </a:t>
            </a:r>
            <a:br>
              <a:rPr lang="fr-CA" sz="2400"/>
            </a:br>
            <a:r>
              <a:rPr lang="fr-CA" sz="2400"/>
              <a:t>à la CCQ, la commission de la construction du Québec?</a:t>
            </a:r>
            <a:endParaRPr lang="fr-CA" sz="2400" dirty="0"/>
          </a:p>
          <a:p>
            <a:pPr lvl="1"/>
            <a:r>
              <a:rPr lang="fr-CA" sz="2400"/>
              <a:t>Groupe 2 : </a:t>
            </a:r>
            <a:r>
              <a:rPr lang="fr-CA" sz="2400" dirty="0"/>
              <a:t>Existe-t-il de fausses attaques pour lesquelles des pirates tentent d’extorquer des organisations?</a:t>
            </a:r>
          </a:p>
          <a:p>
            <a:pPr lvl="1"/>
            <a:r>
              <a:rPr lang="fr-CA" sz="2400"/>
              <a:t>Groupe 2 : </a:t>
            </a:r>
            <a:r>
              <a:rPr lang="fr-CA" sz="2400" dirty="0"/>
              <a:t>Qu’est-ce que la fraude du président?</a:t>
            </a:r>
          </a:p>
          <a:p>
            <a:pPr lvl="2"/>
            <a:r>
              <a:rPr lang="fr-CA" sz="2000" dirty="0"/>
              <a:t>Est-ce que Juste pour Rire a eu une fraude </a:t>
            </a:r>
            <a:r>
              <a:rPr lang="fr-CA" sz="2000"/>
              <a:t>du président?</a:t>
            </a:r>
            <a:endParaRPr lang="fr-CA" sz="2000" dirty="0"/>
          </a:p>
          <a:p>
            <a:pPr lvl="1"/>
            <a:r>
              <a:rPr lang="fr-CA" sz="2400"/>
              <a:t>Groupes 1 et 3 : Quel </a:t>
            </a:r>
            <a:r>
              <a:rPr lang="fr-CA" sz="2400" dirty="0"/>
              <a:t>est le lien entre la cyberattaque et la vente forcée de </a:t>
            </a:r>
            <a:r>
              <a:rPr lang="fr-CA" sz="2400"/>
              <a:t>Groupe Colabor?</a:t>
            </a:r>
            <a:endParaRPr lang="fr-CA" sz="2400" dirty="0"/>
          </a:p>
          <a:p>
            <a:pPr lvl="1"/>
            <a:r>
              <a:rPr lang="fr-CA" sz="2400"/>
              <a:t>Groupe 3 : </a:t>
            </a:r>
            <a:r>
              <a:rPr lang="fr-CA" sz="2400" dirty="0"/>
              <a:t>Est-ce que des cyberattaques provoquent la </a:t>
            </a:r>
            <a:r>
              <a:rPr lang="fr-CA" sz="2400"/>
              <a:t>fermeture d’entreprises?</a:t>
            </a:r>
            <a:endParaRPr lang="fr-CA" sz="2400" dirty="0"/>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C003CA02-4524-EE73-4576-0057875FB424}"/>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Image 4">
            <a:extLst>
              <a:ext uri="{FF2B5EF4-FFF2-40B4-BE49-F238E27FC236}">
                <a16:creationId xmlns:a16="http://schemas.microsoft.com/office/drawing/2014/main" id="{B42FB24F-DDBE-C8D2-7D60-D23039745AF7}"/>
              </a:ext>
            </a:extLst>
          </p:cNvPr>
          <p:cNvPicPr>
            <a:picLocks noChangeAspect="1"/>
          </p:cNvPicPr>
          <p:nvPr>
            <p:custDataLst>
              <p:tags r:id="rId4"/>
            </p:custDataLst>
          </p:nvPr>
        </p:nvPicPr>
        <p:blipFill>
          <a:blip r:embed="rId8"/>
          <a:stretch>
            <a:fillRect/>
          </a:stretch>
        </p:blipFill>
        <p:spPr>
          <a:xfrm>
            <a:off x="8320535" y="1846307"/>
            <a:ext cx="1888990" cy="1440000"/>
          </a:xfrm>
          <a:prstGeom prst="rect">
            <a:avLst/>
          </a:prstGeom>
        </p:spPr>
      </p:pic>
    </p:spTree>
    <p:extLst>
      <p:ext uri="{BB962C8B-B14F-4D97-AF65-F5344CB8AC3E}">
        <p14:creationId xmlns:p14="http://schemas.microsoft.com/office/powerpoint/2010/main" val="1416504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9EE13F-D03B-5ECC-58EC-EC61F0368BE4}"/>
              </a:ext>
            </a:extLst>
          </p:cNvPr>
          <p:cNvSpPr>
            <a:spLocks noGrp="1"/>
          </p:cNvSpPr>
          <p:nvPr>
            <p:ph type="title"/>
            <p:custDataLst>
              <p:tags r:id="rId1"/>
            </p:custDataLst>
          </p:nvPr>
        </p:nvSpPr>
        <p:spPr/>
        <p:txBody>
          <a:bodyPr>
            <a:normAutofit/>
          </a:bodyPr>
          <a:lstStyle/>
          <a:p>
            <a:r>
              <a:rPr lang="fr-CA" dirty="0"/>
              <a:t>Enjeux</a:t>
            </a:r>
          </a:p>
        </p:txBody>
      </p:sp>
      <p:sp>
        <p:nvSpPr>
          <p:cNvPr id="3" name="Espace réservé du contenu 2">
            <a:extLst>
              <a:ext uri="{FF2B5EF4-FFF2-40B4-BE49-F238E27FC236}">
                <a16:creationId xmlns:a16="http://schemas.microsoft.com/office/drawing/2014/main" id="{45E7FBA7-FBB4-3444-4890-96E34C17116C}"/>
              </a:ext>
            </a:extLst>
          </p:cNvPr>
          <p:cNvSpPr>
            <a:spLocks noGrp="1"/>
          </p:cNvSpPr>
          <p:nvPr>
            <p:ph idx="1"/>
            <p:custDataLst>
              <p:tags r:id="rId2"/>
            </p:custDataLst>
          </p:nvPr>
        </p:nvSpPr>
        <p:spPr/>
        <p:txBody>
          <a:bodyPr anchor="ctr"/>
          <a:lstStyle/>
          <a:p>
            <a:r>
              <a:rPr lang="fr-CA" dirty="0"/>
              <a:t>Une menace réelle pour toutes les organisations</a:t>
            </a:r>
          </a:p>
          <a:p>
            <a:r>
              <a:rPr lang="fr-CA" dirty="0"/>
              <a:t>Peu avoir des impacts très importants</a:t>
            </a:r>
          </a:p>
          <a:p>
            <a:r>
              <a:rPr lang="fr-CA" dirty="0"/>
              <a:t>On </a:t>
            </a:r>
            <a:r>
              <a:rPr lang="fr-CA"/>
              <a:t>doit faire preuve de cyberhygiène et de cyberrésilience</a:t>
            </a:r>
            <a:endParaRPr lang="fr-CA" dirty="0"/>
          </a:p>
          <a:p>
            <a:r>
              <a:rPr lang="fr-CA"/>
              <a:t>On est </a:t>
            </a:r>
            <a:r>
              <a:rPr lang="fr-CA" dirty="0"/>
              <a:t>tous responsables de nos actions et des actions de </a:t>
            </a:r>
            <a:r>
              <a:rPr lang="fr-CA"/>
              <a:t>notre organisation</a:t>
            </a:r>
          </a:p>
          <a:p>
            <a:endParaRPr lang="fr-CA"/>
          </a:p>
          <a:p>
            <a:endParaRPr lang="fr-CA" dirty="0"/>
          </a:p>
          <a:p>
            <a:endParaRPr lang="fr-CA" dirty="0"/>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921ED589-A2A4-4BD3-6A10-F869BA46E8CF}"/>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8663365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EA4D2C-E311-2FD7-8ADF-9775A022F48B}"/>
              </a:ext>
            </a:extLst>
          </p:cNvPr>
          <p:cNvSpPr>
            <a:spLocks noGrp="1"/>
          </p:cNvSpPr>
          <p:nvPr>
            <p:ph type="title"/>
            <p:custDataLst>
              <p:tags r:id="rId1"/>
            </p:custDataLst>
          </p:nvPr>
        </p:nvSpPr>
        <p:spPr/>
        <p:txBody>
          <a:bodyPr/>
          <a:lstStyle/>
          <a:p>
            <a:r>
              <a:rPr lang="fr-CA"/>
              <a:t>Restriction des accès aux pages sur Softr</a:t>
            </a:r>
          </a:p>
        </p:txBody>
      </p:sp>
      <p:pic>
        <p:nvPicPr>
          <p:cNvPr id="5" name="Image 4">
            <a:extLst>
              <a:ext uri="{FF2B5EF4-FFF2-40B4-BE49-F238E27FC236}">
                <a16:creationId xmlns:a16="http://schemas.microsoft.com/office/drawing/2014/main" id="{6C792A8D-A39C-975D-7233-875F685C4F86}"/>
              </a:ext>
            </a:extLst>
          </p:cNvPr>
          <p:cNvPicPr>
            <a:picLocks noChangeAspect="1"/>
          </p:cNvPicPr>
          <p:nvPr>
            <p:custDataLst>
              <p:tags r:id="rId2"/>
            </p:custDataLst>
          </p:nvPr>
        </p:nvPicPr>
        <p:blipFill>
          <a:blip r:embed="rId11"/>
          <a:stretch>
            <a:fillRect/>
          </a:stretch>
        </p:blipFill>
        <p:spPr>
          <a:xfrm>
            <a:off x="-1" y="1155807"/>
            <a:ext cx="12192000" cy="2108995"/>
          </a:xfrm>
          <a:prstGeom prst="rect">
            <a:avLst/>
          </a:prstGeom>
          <a:ln>
            <a:solidFill>
              <a:schemeClr val="bg2"/>
            </a:solidFill>
          </a:ln>
        </p:spPr>
      </p:pic>
      <p:pic>
        <p:nvPicPr>
          <p:cNvPr id="8" name="Image 7">
            <a:extLst>
              <a:ext uri="{FF2B5EF4-FFF2-40B4-BE49-F238E27FC236}">
                <a16:creationId xmlns:a16="http://schemas.microsoft.com/office/drawing/2014/main" id="{24CDE371-A178-E1D1-1F3B-C287F399C400}"/>
              </a:ext>
            </a:extLst>
          </p:cNvPr>
          <p:cNvPicPr>
            <a:picLocks noChangeAspect="1"/>
          </p:cNvPicPr>
          <p:nvPr>
            <p:custDataLst>
              <p:tags r:id="rId3"/>
            </p:custDataLst>
          </p:nvPr>
        </p:nvPicPr>
        <p:blipFill>
          <a:blip r:embed="rId12"/>
          <a:stretch>
            <a:fillRect/>
          </a:stretch>
        </p:blipFill>
        <p:spPr>
          <a:xfrm>
            <a:off x="2269683" y="3593199"/>
            <a:ext cx="3115110" cy="2905530"/>
          </a:xfrm>
          <a:prstGeom prst="rect">
            <a:avLst/>
          </a:prstGeom>
          <a:ln>
            <a:solidFill>
              <a:schemeClr val="bg2"/>
            </a:solidFill>
          </a:ln>
        </p:spPr>
      </p:pic>
      <p:pic>
        <p:nvPicPr>
          <p:cNvPr id="10" name="Image 9">
            <a:extLst>
              <a:ext uri="{FF2B5EF4-FFF2-40B4-BE49-F238E27FC236}">
                <a16:creationId xmlns:a16="http://schemas.microsoft.com/office/drawing/2014/main" id="{ADE42138-54AE-9033-7369-67B38D004E27}"/>
              </a:ext>
            </a:extLst>
          </p:cNvPr>
          <p:cNvPicPr>
            <a:picLocks noChangeAspect="1"/>
          </p:cNvPicPr>
          <p:nvPr>
            <p:custDataLst>
              <p:tags r:id="rId4"/>
            </p:custDataLst>
          </p:nvPr>
        </p:nvPicPr>
        <p:blipFill>
          <a:blip r:embed="rId13"/>
          <a:stretch>
            <a:fillRect/>
          </a:stretch>
        </p:blipFill>
        <p:spPr>
          <a:xfrm>
            <a:off x="6420268" y="3337705"/>
            <a:ext cx="3000794" cy="3286584"/>
          </a:xfrm>
          <a:prstGeom prst="rect">
            <a:avLst/>
          </a:prstGeom>
          <a:ln>
            <a:solidFill>
              <a:schemeClr val="bg2"/>
            </a:solidFill>
          </a:ln>
        </p:spPr>
      </p:pic>
      <p:pic>
        <p:nvPicPr>
          <p:cNvPr id="6" name="Image 5" descr="Une image contenant Police, Graphique, capture d’écran, graphisme  Description générée automatiquement">
            <a:extLst>
              <a:ext uri="{FF2B5EF4-FFF2-40B4-BE49-F238E27FC236}">
                <a16:creationId xmlns:a16="http://schemas.microsoft.com/office/drawing/2014/main" id="{194C7380-2425-4EDD-52B5-0CF8FD7AC6E5}"/>
              </a:ext>
            </a:extLst>
          </p:cNvPr>
          <p:cNvPicPr>
            <a:picLocks noChangeAspect="1"/>
          </p:cNvPicPr>
          <p:nvPr>
            <p:custDataLst>
              <p:tags r:id="rId5"/>
            </p:custDataLst>
          </p:nvPr>
        </p:nvPicPr>
        <p:blipFill>
          <a:blip r:embed="rId14">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7" name="Graphique 6" descr="Pizza entière contour">
            <a:extLst>
              <a:ext uri="{FF2B5EF4-FFF2-40B4-BE49-F238E27FC236}">
                <a16:creationId xmlns:a16="http://schemas.microsoft.com/office/drawing/2014/main" id="{E83B8060-AC4B-2979-CCC0-3E7B30221E75}"/>
              </a:ext>
            </a:extLst>
          </p:cNvPr>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802017" y="43545"/>
            <a:ext cx="801441" cy="801441"/>
          </a:xfrm>
          <a:prstGeom prst="rect">
            <a:avLst/>
          </a:prstGeom>
        </p:spPr>
      </p:pic>
      <p:sp>
        <p:nvSpPr>
          <p:cNvPr id="9" name="Ellipse 8">
            <a:extLst>
              <a:ext uri="{FF2B5EF4-FFF2-40B4-BE49-F238E27FC236}">
                <a16:creationId xmlns:a16="http://schemas.microsoft.com/office/drawing/2014/main" id="{07A9115F-A9F1-77F5-373A-4FF6743445B1}"/>
              </a:ext>
            </a:extLst>
          </p:cNvPr>
          <p:cNvSpPr/>
          <p:nvPr>
            <p:custDataLst>
              <p:tags r:id="rId7"/>
            </p:custDataLst>
          </p:nvPr>
        </p:nvSpPr>
        <p:spPr>
          <a:xfrm>
            <a:off x="7561600" y="2590201"/>
            <a:ext cx="1484429" cy="474035"/>
          </a:xfrm>
          <a:prstGeom prst="ellipse">
            <a:avLst/>
          </a:prstGeom>
          <a:noFill/>
          <a:ln w="57150">
            <a:solidFill>
              <a:schemeClr val="accent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fr-CA"/>
          </a:p>
        </p:txBody>
      </p:sp>
      <p:sp>
        <p:nvSpPr>
          <p:cNvPr id="11" name="Ellipse 10">
            <a:extLst>
              <a:ext uri="{FF2B5EF4-FFF2-40B4-BE49-F238E27FC236}">
                <a16:creationId xmlns:a16="http://schemas.microsoft.com/office/drawing/2014/main" id="{7F493E0B-A5B7-7C09-4C94-98C9FBF5FE44}"/>
              </a:ext>
            </a:extLst>
          </p:cNvPr>
          <p:cNvSpPr/>
          <p:nvPr>
            <p:custDataLst>
              <p:tags r:id="rId8"/>
            </p:custDataLst>
          </p:nvPr>
        </p:nvSpPr>
        <p:spPr>
          <a:xfrm>
            <a:off x="4642578" y="5702193"/>
            <a:ext cx="742215" cy="474035"/>
          </a:xfrm>
          <a:prstGeom prst="ellipse">
            <a:avLst/>
          </a:prstGeom>
          <a:noFill/>
          <a:ln w="57150">
            <a:solidFill>
              <a:schemeClr val="accent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fr-CA"/>
          </a:p>
        </p:txBody>
      </p:sp>
      <p:sp>
        <p:nvSpPr>
          <p:cNvPr id="12" name="Ellipse 11">
            <a:extLst>
              <a:ext uri="{FF2B5EF4-FFF2-40B4-BE49-F238E27FC236}">
                <a16:creationId xmlns:a16="http://schemas.microsoft.com/office/drawing/2014/main" id="{EFEEBBFD-35D1-4D49-6B63-064F4BC658B5}"/>
              </a:ext>
            </a:extLst>
          </p:cNvPr>
          <p:cNvSpPr/>
          <p:nvPr>
            <p:custDataLst>
              <p:tags r:id="rId9"/>
            </p:custDataLst>
          </p:nvPr>
        </p:nvSpPr>
        <p:spPr>
          <a:xfrm>
            <a:off x="6623778" y="6024694"/>
            <a:ext cx="2672622" cy="474035"/>
          </a:xfrm>
          <a:prstGeom prst="ellipse">
            <a:avLst/>
          </a:prstGeom>
          <a:noFill/>
          <a:ln w="57150">
            <a:solidFill>
              <a:schemeClr val="accent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7616412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6E2A4D-6D18-B145-8C38-0632D9E1CE3A}"/>
              </a:ext>
            </a:extLst>
          </p:cNvPr>
          <p:cNvSpPr>
            <a:spLocks noGrp="1"/>
          </p:cNvSpPr>
          <p:nvPr>
            <p:ph type="title"/>
            <p:custDataLst>
              <p:tags r:id="rId1"/>
            </p:custDataLst>
          </p:nvPr>
        </p:nvSpPr>
        <p:spPr/>
        <p:txBody>
          <a:bodyPr>
            <a:normAutofit/>
          </a:bodyPr>
          <a:lstStyle/>
          <a:p>
            <a:r>
              <a:rPr kumimoji="0" lang="fr-CA" sz="7200" b="0" i="0" u="none" strike="noStrike" kern="1200" cap="none" spc="0" normalizeH="0" baseline="0" noProof="0">
                <a:ln>
                  <a:noFill/>
                </a:ln>
                <a:solidFill>
                  <a:schemeClr val="accent5"/>
                </a:solidFill>
                <a:effectLst/>
                <a:uLnTx/>
                <a:uFillTx/>
                <a:latin typeface="Visby Slab CF Bold" panose="00000800000000000000" pitchFamily="50" charset="0"/>
                <a:ea typeface="+mn-ea"/>
                <a:cs typeface="+mn-cs"/>
              </a:rPr>
              <a:t>Synthèse</a:t>
            </a:r>
            <a:endParaRPr lang="fr-CA"/>
          </a:p>
        </p:txBody>
      </p:sp>
    </p:spTree>
    <p:extLst>
      <p:ext uri="{BB962C8B-B14F-4D97-AF65-F5344CB8AC3E}">
        <p14:creationId xmlns:p14="http://schemas.microsoft.com/office/powerpoint/2010/main" val="29016526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06C784-1887-5C53-0309-3426BF566D79}"/>
              </a:ext>
            </a:extLst>
          </p:cNvPr>
          <p:cNvSpPr>
            <a:spLocks noGrp="1"/>
          </p:cNvSpPr>
          <p:nvPr>
            <p:ph type="title"/>
            <p:custDataLst>
              <p:tags r:id="rId1"/>
            </p:custDataLst>
          </p:nvPr>
        </p:nvSpPr>
        <p:spPr/>
        <p:txBody>
          <a:bodyPr/>
          <a:lstStyle/>
          <a:p>
            <a:r>
              <a:rPr lang="fr-CA"/>
              <a:t>Le cours d’aujourd’hui dans la vision d’ensemble</a:t>
            </a:r>
            <a:endParaRPr lang="fr-FR"/>
          </a:p>
        </p:txBody>
      </p:sp>
      <p:pic>
        <p:nvPicPr>
          <p:cNvPr id="4" name="Image 3" descr="Une image contenant Police, Graphique, capture d’écran, graphisme  Description générée automatiquement">
            <a:extLst>
              <a:ext uri="{FF2B5EF4-FFF2-40B4-BE49-F238E27FC236}">
                <a16:creationId xmlns:a16="http://schemas.microsoft.com/office/drawing/2014/main" id="{C0411877-7127-9619-8DA4-2D48EA899D39}"/>
              </a:ext>
            </a:extLst>
          </p:cNvPr>
          <p:cNvPicPr>
            <a:picLocks noChangeAspect="1"/>
          </p:cNvPicPr>
          <p:nvPr>
            <p:custDataLst>
              <p:tags r:id="rId2"/>
            </p:custDataLst>
          </p:nvPr>
        </p:nvPicPr>
        <p:blipFill>
          <a:blip r:embed="rId11">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3" name="Rectangle : coins arrondis 2">
            <a:extLst>
              <a:ext uri="{FF2B5EF4-FFF2-40B4-BE49-F238E27FC236}">
                <a16:creationId xmlns:a16="http://schemas.microsoft.com/office/drawing/2014/main" id="{8E79491F-C049-4E6A-923B-66444F9EB45D}"/>
              </a:ext>
            </a:extLst>
          </p:cNvPr>
          <p:cNvSpPr/>
          <p:nvPr>
            <p:custDataLst>
              <p:tags r:id="rId3"/>
            </p:custDataLst>
          </p:nvPr>
        </p:nvSpPr>
        <p:spPr>
          <a:xfrm>
            <a:off x="394536" y="1240811"/>
            <a:ext cx="11434607" cy="4963886"/>
          </a:xfrm>
          <a:prstGeom prst="roundRect">
            <a:avLst>
              <a:gd name="adj" fmla="val 3712"/>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aphicFrame>
        <p:nvGraphicFramePr>
          <p:cNvPr id="5" name="Tableau 4">
            <a:extLst>
              <a:ext uri="{FF2B5EF4-FFF2-40B4-BE49-F238E27FC236}">
                <a16:creationId xmlns:a16="http://schemas.microsoft.com/office/drawing/2014/main" id="{F63669B0-4B67-2721-811B-BD8C329943D4}"/>
              </a:ext>
            </a:extLst>
          </p:cNvPr>
          <p:cNvGraphicFramePr>
            <a:graphicFrameLocks noGrp="1"/>
          </p:cNvGraphicFramePr>
          <p:nvPr>
            <p:custDataLst>
              <p:tags r:id="rId4"/>
            </p:custDataLst>
          </p:nvPr>
        </p:nvGraphicFramePr>
        <p:xfrm>
          <a:off x="566058" y="1423639"/>
          <a:ext cx="11045370" cy="4601025"/>
        </p:xfrm>
        <a:graphic>
          <a:graphicData uri="http://schemas.openxmlformats.org/drawingml/2006/table">
            <a:tbl>
              <a:tblPr firstRow="1" bandRow="1">
                <a:tableStyleId>{2D5ABB26-0587-4C30-8999-92F81FD0307C}</a:tableStyleId>
              </a:tblPr>
              <a:tblGrid>
                <a:gridCol w="1567542">
                  <a:extLst>
                    <a:ext uri="{9D8B030D-6E8A-4147-A177-3AD203B41FA5}">
                      <a16:colId xmlns:a16="http://schemas.microsoft.com/office/drawing/2014/main" val="3214033884"/>
                    </a:ext>
                  </a:extLst>
                </a:gridCol>
                <a:gridCol w="1579638">
                  <a:extLst>
                    <a:ext uri="{9D8B030D-6E8A-4147-A177-3AD203B41FA5}">
                      <a16:colId xmlns:a16="http://schemas.microsoft.com/office/drawing/2014/main" val="441889553"/>
                    </a:ext>
                  </a:extLst>
                </a:gridCol>
                <a:gridCol w="1579638">
                  <a:extLst>
                    <a:ext uri="{9D8B030D-6E8A-4147-A177-3AD203B41FA5}">
                      <a16:colId xmlns:a16="http://schemas.microsoft.com/office/drawing/2014/main" val="537030794"/>
                    </a:ext>
                  </a:extLst>
                </a:gridCol>
                <a:gridCol w="1579638">
                  <a:extLst>
                    <a:ext uri="{9D8B030D-6E8A-4147-A177-3AD203B41FA5}">
                      <a16:colId xmlns:a16="http://schemas.microsoft.com/office/drawing/2014/main" val="2021984364"/>
                    </a:ext>
                  </a:extLst>
                </a:gridCol>
                <a:gridCol w="1579638">
                  <a:extLst>
                    <a:ext uri="{9D8B030D-6E8A-4147-A177-3AD203B41FA5}">
                      <a16:colId xmlns:a16="http://schemas.microsoft.com/office/drawing/2014/main" val="1414361930"/>
                    </a:ext>
                  </a:extLst>
                </a:gridCol>
                <a:gridCol w="1461105">
                  <a:extLst>
                    <a:ext uri="{9D8B030D-6E8A-4147-A177-3AD203B41FA5}">
                      <a16:colId xmlns:a16="http://schemas.microsoft.com/office/drawing/2014/main" val="1481459240"/>
                    </a:ext>
                  </a:extLst>
                </a:gridCol>
                <a:gridCol w="1698171">
                  <a:extLst>
                    <a:ext uri="{9D8B030D-6E8A-4147-A177-3AD203B41FA5}">
                      <a16:colId xmlns:a16="http://schemas.microsoft.com/office/drawing/2014/main" val="4090770250"/>
                    </a:ext>
                  </a:extLst>
                </a:gridCol>
              </a:tblGrid>
              <a:tr h="920205">
                <a:tc>
                  <a:txBody>
                    <a:bodyPr/>
                    <a:lstStyle/>
                    <a:p>
                      <a:endParaRPr lang="fr-CA" sz="1800" b="1">
                        <a:solidFill>
                          <a:schemeClr val="accent1"/>
                        </a:solidFill>
                        <a:latin typeface="Visby Slab CF Bold" panose="00000800000000000000" pitchFamily="50" charset="0"/>
                      </a:endParaRPr>
                    </a:p>
                  </a:txBody>
                  <a:tcP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Données</a:t>
                      </a:r>
                      <a:br>
                        <a:rPr lang="fr-CA" sz="1800" b="1">
                          <a:solidFill>
                            <a:schemeClr val="accent2"/>
                          </a:solidFill>
                          <a:latin typeface="Visby Slab CF Bold" panose="00000800000000000000" pitchFamily="50" charset="0"/>
                        </a:rPr>
                      </a:br>
                      <a:r>
                        <a:rPr lang="fr-CA" sz="1800" b="1" i="1">
                          <a:solidFill>
                            <a:schemeClr val="accent5"/>
                          </a:solidFill>
                          <a:latin typeface="Visby Slab CF Bold" panose="00000800000000000000" pitchFamily="50" charset="0"/>
                        </a:rPr>
                        <a:t>Quoi?</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Fonctions</a:t>
                      </a:r>
                    </a:p>
                    <a:p>
                      <a:pPr algn="ctr"/>
                      <a:r>
                        <a:rPr lang="fr-CA" sz="1800" b="1" i="1">
                          <a:solidFill>
                            <a:schemeClr val="accent5"/>
                          </a:solidFill>
                          <a:latin typeface="Visby Slab CF Bold" panose="00000800000000000000" pitchFamily="50" charset="0"/>
                        </a:rPr>
                        <a:t>Comment?</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Lieux</a:t>
                      </a:r>
                    </a:p>
                    <a:p>
                      <a:pPr algn="ctr"/>
                      <a:r>
                        <a:rPr lang="fr-CA" sz="1800" b="1" i="1">
                          <a:solidFill>
                            <a:schemeClr val="accent5"/>
                          </a:solidFill>
                          <a:latin typeface="Visby Slab CF Bold" panose="00000800000000000000" pitchFamily="50" charset="0"/>
                        </a:rPr>
                        <a:t>Où?</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Personnes</a:t>
                      </a:r>
                    </a:p>
                    <a:p>
                      <a:pPr algn="ctr"/>
                      <a:r>
                        <a:rPr lang="fr-CA" sz="1800" b="1" i="1">
                          <a:solidFill>
                            <a:schemeClr val="accent5"/>
                          </a:solidFill>
                          <a:latin typeface="Visby Slab CF Bold" panose="00000800000000000000" pitchFamily="50" charset="0"/>
                        </a:rPr>
                        <a:t>Qui?</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Temps</a:t>
                      </a:r>
                      <a:br>
                        <a:rPr lang="fr-CA" sz="1800" b="1">
                          <a:solidFill>
                            <a:schemeClr val="accent2"/>
                          </a:solidFill>
                          <a:latin typeface="Visby Slab CF Bold" panose="00000800000000000000" pitchFamily="50" charset="0"/>
                        </a:rPr>
                      </a:br>
                      <a:r>
                        <a:rPr lang="fr-CA" sz="1800" b="1" i="1">
                          <a:solidFill>
                            <a:schemeClr val="accent5"/>
                          </a:solidFill>
                          <a:latin typeface="Visby Slab CF Bold" panose="00000800000000000000" pitchFamily="50" charset="0"/>
                        </a:rPr>
                        <a:t>Quand?</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a:r>
                        <a:rPr lang="fr-CA" sz="1800" b="1">
                          <a:solidFill>
                            <a:schemeClr val="accent2"/>
                          </a:solidFill>
                          <a:latin typeface="Visby Slab CF Bold" panose="00000800000000000000" pitchFamily="50" charset="0"/>
                        </a:rPr>
                        <a:t>Motivations</a:t>
                      </a:r>
                    </a:p>
                    <a:p>
                      <a:pPr algn="ctr"/>
                      <a:r>
                        <a:rPr lang="fr-CA" sz="1800" b="1" i="1">
                          <a:solidFill>
                            <a:schemeClr val="accent5"/>
                          </a:solidFill>
                          <a:latin typeface="Visby Slab CF Bold" panose="00000800000000000000" pitchFamily="50" charset="0"/>
                        </a:rPr>
                        <a:t>Pourquoi?</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990592643"/>
                  </a:ext>
                </a:extLst>
              </a:tr>
              <a:tr h="920205">
                <a:tc>
                  <a:txBody>
                    <a:bodyPr/>
                    <a:lstStyle/>
                    <a:p>
                      <a:pPr algn="l"/>
                      <a:r>
                        <a:rPr lang="fr-CA" sz="1800" b="1">
                          <a:solidFill>
                            <a:schemeClr val="accent2"/>
                          </a:solidFill>
                          <a:latin typeface="Visby Slab CF Bold" panose="00000800000000000000" pitchFamily="50" charset="0"/>
                        </a:rPr>
                        <a:t>Niveau contextuel</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entités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processus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localisations géographiques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unités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événements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Liste des objectifs stratégiques et des règles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736366742"/>
                  </a:ext>
                </a:extLst>
              </a:tr>
              <a:tr h="920205">
                <a:tc>
                  <a:txBody>
                    <a:bodyPr/>
                    <a:lstStyle/>
                    <a:p>
                      <a:pPr algn="l"/>
                      <a:r>
                        <a:rPr lang="fr-CA" sz="1800" b="1">
                          <a:solidFill>
                            <a:schemeClr val="accent2"/>
                          </a:solidFill>
                          <a:latin typeface="Visby Slab CF Bold" panose="00000800000000000000" pitchFamily="50" charset="0"/>
                        </a:rPr>
                        <a:t>Niveau conceptuel</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Entités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Processus </a:t>
                      </a:r>
                      <a:br>
                        <a:rPr lang="fr-CA" sz="1200" b="0">
                          <a:solidFill>
                            <a:schemeClr val="bg1"/>
                          </a:solidFill>
                          <a:effectLst/>
                          <a:latin typeface="Visby CF" pitchFamily="50" charset="0"/>
                        </a:rPr>
                      </a:br>
                      <a:r>
                        <a:rPr lang="fr-CA" sz="1200" b="0">
                          <a:solidFill>
                            <a:schemeClr val="bg1"/>
                          </a:solidFill>
                          <a:effectLst/>
                          <a:latin typeface="Visby CF" pitchFamily="50" charset="0"/>
                        </a:rPr>
                        <a:t>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Localisations des unités​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Unités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Événements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Objectifs d’affaires​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460127421"/>
                  </a:ext>
                </a:extLst>
              </a:tr>
              <a:tr h="920205">
                <a:tc>
                  <a:txBody>
                    <a:bodyPr/>
                    <a:lstStyle/>
                    <a:p>
                      <a:pPr algn="l"/>
                      <a:r>
                        <a:rPr lang="fr-CA" sz="1800" b="1">
                          <a:solidFill>
                            <a:schemeClr val="accent2"/>
                          </a:solidFill>
                          <a:latin typeface="Visby Slab CF Bold" panose="00000800000000000000" pitchFamily="50" charset="0"/>
                        </a:rPr>
                        <a:t>Niveau logique</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Entité de données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Application/</a:t>
                      </a:r>
                      <a:br>
                        <a:rPr lang="fr-CA" sz="1200" b="0">
                          <a:solidFill>
                            <a:schemeClr val="bg1"/>
                          </a:solidFill>
                          <a:effectLst/>
                          <a:latin typeface="Visby CF" pitchFamily="50" charset="0"/>
                        </a:rPr>
                      </a:br>
                      <a:r>
                        <a:rPr lang="fr-CA" sz="1200" b="0">
                          <a:solidFill>
                            <a:schemeClr val="bg1"/>
                          </a:solidFill>
                          <a:effectLst/>
                          <a:latin typeface="Visby CF" pitchFamily="50" charset="0"/>
                        </a:rPr>
                        <a:t>système d’information</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Fonctions nodales​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Rôles et interfaces​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Événements </a:t>
                      </a:r>
                      <a:br>
                        <a:rPr lang="fr-CA" sz="1200" b="0">
                          <a:solidFill>
                            <a:schemeClr val="bg1"/>
                          </a:solidFill>
                          <a:effectLst/>
                          <a:latin typeface="Visby CF" pitchFamily="50" charset="0"/>
                        </a:rPr>
                      </a:br>
                      <a:r>
                        <a:rPr lang="fr-CA" sz="1200" b="0">
                          <a:solidFill>
                            <a:schemeClr val="bg1"/>
                          </a:solidFill>
                          <a:effectLst/>
                          <a:latin typeface="Visby CF" pitchFamily="50" charset="0"/>
                        </a:rPr>
                        <a:t>système​</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tc>
                  <a:txBody>
                    <a:bodyPr/>
                    <a:lstStyle/>
                    <a:p>
                      <a:pPr algn="ctr" fontAlgn="base"/>
                      <a:r>
                        <a:rPr lang="fr-CA" sz="1200" b="0">
                          <a:solidFill>
                            <a:schemeClr val="bg1"/>
                          </a:solidFill>
                          <a:effectLst/>
                          <a:latin typeface="Visby CF" pitchFamily="50" charset="0"/>
                        </a:rPr>
                        <a:t>Critères​</a:t>
                      </a:r>
                      <a:endParaRPr lang="fr-CA" sz="1200" b="0" i="0">
                        <a:solidFill>
                          <a:schemeClr val="bg1"/>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545859229"/>
                  </a:ext>
                </a:extLst>
              </a:tr>
              <a:tr h="920205">
                <a:tc>
                  <a:txBody>
                    <a:bodyPr/>
                    <a:lstStyle/>
                    <a:p>
                      <a:pPr algn="l"/>
                      <a:r>
                        <a:rPr lang="fr-CA" sz="1800" b="1">
                          <a:solidFill>
                            <a:schemeClr val="accent2"/>
                          </a:solidFill>
                          <a:latin typeface="Visby Slab CF Bold" panose="00000800000000000000" pitchFamily="50" charset="0"/>
                        </a:rPr>
                        <a:t>Niveau technique</a:t>
                      </a: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Ligne (dans une table)​</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Algorithmes programmés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Localisation des système​s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Utilisateurs​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Exécutions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tc>
                  <a:txBody>
                    <a:bodyPr/>
                    <a:lstStyle/>
                    <a:p>
                      <a:pPr algn="ctr" fontAlgn="base"/>
                      <a:r>
                        <a:rPr lang="fr-CA" sz="1200" b="0">
                          <a:solidFill>
                            <a:schemeClr val="accent6">
                              <a:lumMod val="20000"/>
                              <a:lumOff val="80000"/>
                            </a:schemeClr>
                          </a:solidFill>
                          <a:effectLst/>
                          <a:latin typeface="Visby CF" pitchFamily="50" charset="0"/>
                        </a:rPr>
                        <a:t>Conditions​</a:t>
                      </a:r>
                      <a:endParaRPr lang="fr-CA" sz="1200" b="0" i="0">
                        <a:solidFill>
                          <a:schemeClr val="accent6">
                            <a:lumMod val="20000"/>
                            <a:lumOff val="80000"/>
                          </a:schemeClr>
                        </a:solidFill>
                        <a:effectLst/>
                        <a:latin typeface="Visby CF" pitchFamily="50" charset="0"/>
                      </a:endParaRPr>
                    </a:p>
                  </a:txBody>
                  <a:tcPr anchor="ctr">
                    <a:lnL w="28575"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91159819"/>
                  </a:ext>
                </a:extLst>
              </a:tr>
            </a:tbl>
          </a:graphicData>
        </a:graphic>
      </p:graphicFrame>
      <p:pic>
        <p:nvPicPr>
          <p:cNvPr id="7" name="Image 6">
            <a:extLst>
              <a:ext uri="{FF2B5EF4-FFF2-40B4-BE49-F238E27FC236}">
                <a16:creationId xmlns:a16="http://schemas.microsoft.com/office/drawing/2014/main" id="{C56C147D-335A-9AA6-74EF-DCCA5835A67F}"/>
              </a:ext>
            </a:extLst>
          </p:cNvPr>
          <p:cNvPicPr>
            <a:picLocks noChangeAspect="1"/>
          </p:cNvPicPr>
          <p:nvPr>
            <p:custDataLst>
              <p:tags r:id="rId5"/>
            </p:custDataLst>
          </p:nvPr>
        </p:nvPicPr>
        <p:blipFill>
          <a:blip r:embed="rId12"/>
          <a:stretch>
            <a:fillRect/>
          </a:stretch>
        </p:blipFill>
        <p:spPr>
          <a:xfrm>
            <a:off x="2412773" y="2320677"/>
            <a:ext cx="958508" cy="958508"/>
          </a:xfrm>
          <a:prstGeom prst="rect">
            <a:avLst/>
          </a:prstGeom>
        </p:spPr>
      </p:pic>
      <p:pic>
        <p:nvPicPr>
          <p:cNvPr id="8" name="Image 7">
            <a:extLst>
              <a:ext uri="{FF2B5EF4-FFF2-40B4-BE49-F238E27FC236}">
                <a16:creationId xmlns:a16="http://schemas.microsoft.com/office/drawing/2014/main" id="{E6638237-977D-9362-1DDB-A55052C939C4}"/>
              </a:ext>
            </a:extLst>
          </p:cNvPr>
          <p:cNvPicPr>
            <a:picLocks noChangeAspect="1"/>
          </p:cNvPicPr>
          <p:nvPr>
            <p:custDataLst>
              <p:tags r:id="rId6"/>
            </p:custDataLst>
          </p:nvPr>
        </p:nvPicPr>
        <p:blipFill>
          <a:blip r:embed="rId12"/>
          <a:stretch>
            <a:fillRect/>
          </a:stretch>
        </p:blipFill>
        <p:spPr>
          <a:xfrm>
            <a:off x="2412773" y="4176223"/>
            <a:ext cx="958508" cy="958508"/>
          </a:xfrm>
          <a:prstGeom prst="rect">
            <a:avLst/>
          </a:prstGeom>
        </p:spPr>
      </p:pic>
      <p:pic>
        <p:nvPicPr>
          <p:cNvPr id="6" name="Image 5">
            <a:extLst>
              <a:ext uri="{FF2B5EF4-FFF2-40B4-BE49-F238E27FC236}">
                <a16:creationId xmlns:a16="http://schemas.microsoft.com/office/drawing/2014/main" id="{9C6EC1CD-9EC8-8832-D0C9-07F18BC982A7}"/>
              </a:ext>
            </a:extLst>
          </p:cNvPr>
          <p:cNvPicPr>
            <a:picLocks noChangeAspect="1"/>
          </p:cNvPicPr>
          <p:nvPr>
            <p:custDataLst>
              <p:tags r:id="rId7"/>
            </p:custDataLst>
          </p:nvPr>
        </p:nvPicPr>
        <p:blipFill>
          <a:blip r:embed="rId12"/>
          <a:stretch>
            <a:fillRect/>
          </a:stretch>
        </p:blipFill>
        <p:spPr>
          <a:xfrm>
            <a:off x="7176466" y="2320677"/>
            <a:ext cx="958508" cy="958508"/>
          </a:xfrm>
          <a:prstGeom prst="rect">
            <a:avLst/>
          </a:prstGeom>
        </p:spPr>
      </p:pic>
      <p:pic>
        <p:nvPicPr>
          <p:cNvPr id="9" name="Image 8">
            <a:extLst>
              <a:ext uri="{FF2B5EF4-FFF2-40B4-BE49-F238E27FC236}">
                <a16:creationId xmlns:a16="http://schemas.microsoft.com/office/drawing/2014/main" id="{59E06205-1D61-D3AC-0805-872A4D9DAA07}"/>
              </a:ext>
            </a:extLst>
          </p:cNvPr>
          <p:cNvPicPr>
            <a:picLocks noChangeAspect="1"/>
          </p:cNvPicPr>
          <p:nvPr>
            <p:custDataLst>
              <p:tags r:id="rId8"/>
            </p:custDataLst>
          </p:nvPr>
        </p:nvPicPr>
        <p:blipFill>
          <a:blip r:embed="rId12"/>
          <a:stretch>
            <a:fillRect/>
          </a:stretch>
        </p:blipFill>
        <p:spPr>
          <a:xfrm>
            <a:off x="2412773" y="3243500"/>
            <a:ext cx="958508" cy="958508"/>
          </a:xfrm>
          <a:prstGeom prst="rect">
            <a:avLst/>
          </a:prstGeom>
        </p:spPr>
      </p:pic>
    </p:spTree>
    <p:extLst>
      <p:ext uri="{BB962C8B-B14F-4D97-AF65-F5344CB8AC3E}">
        <p14:creationId xmlns:p14="http://schemas.microsoft.com/office/powerpoint/2010/main" val="22778386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25B93A-EBF4-2D43-0689-B91F2C8A8704}"/>
              </a:ext>
            </a:extLst>
          </p:cNvPr>
          <p:cNvSpPr>
            <a:spLocks noGrp="1"/>
          </p:cNvSpPr>
          <p:nvPr>
            <p:ph type="title"/>
            <p:custDataLst>
              <p:tags r:id="rId1"/>
            </p:custDataLst>
          </p:nvPr>
        </p:nvSpPr>
        <p:spPr/>
        <p:txBody>
          <a:bodyPr>
            <a:noAutofit/>
          </a:bodyPr>
          <a:lstStyle/>
          <a:p>
            <a:r>
              <a:rPr lang="fr-CA" spc="-70"/>
              <a:t>La suite du cours d’aujourd’hui dans la spécialisation</a:t>
            </a:r>
          </a:p>
        </p:txBody>
      </p:sp>
      <p:sp>
        <p:nvSpPr>
          <p:cNvPr id="3" name="Espace réservé du contenu 2">
            <a:extLst>
              <a:ext uri="{FF2B5EF4-FFF2-40B4-BE49-F238E27FC236}">
                <a16:creationId xmlns:a16="http://schemas.microsoft.com/office/drawing/2014/main" id="{89E3E053-DD35-EAA1-3E65-3F654A90251D}"/>
              </a:ext>
            </a:extLst>
          </p:cNvPr>
          <p:cNvSpPr>
            <a:spLocks noGrp="1"/>
          </p:cNvSpPr>
          <p:nvPr>
            <p:ph idx="1"/>
            <p:custDataLst>
              <p:tags r:id="rId2"/>
            </p:custDataLst>
          </p:nvPr>
        </p:nvSpPr>
        <p:spPr/>
        <p:txBody>
          <a:bodyPr anchor="ctr"/>
          <a:lstStyle/>
          <a:p>
            <a:pPr>
              <a:tabLst>
                <a:tab pos="2506663" algn="l"/>
              </a:tabLst>
            </a:pPr>
            <a:r>
              <a:rPr lang="fr-CA"/>
              <a:t>TECH 20709  	Poser un diagnostic et élaborer des solutions numériques</a:t>
            </a:r>
          </a:p>
          <a:p>
            <a:pPr>
              <a:tabLst>
                <a:tab pos="2506663" algn="l"/>
              </a:tabLst>
            </a:pPr>
            <a:r>
              <a:rPr lang="fr-CA"/>
              <a:t>TECH 20712 	Créer et exploiter des bases de données</a:t>
            </a:r>
          </a:p>
          <a:p>
            <a:pPr>
              <a:tabLst>
                <a:tab pos="2506663" algn="l"/>
              </a:tabLst>
            </a:pPr>
            <a:r>
              <a:rPr lang="fr-CA"/>
              <a:t>TECH 20701	Protéger son organisation à l’ère du numérique	</a:t>
            </a:r>
          </a:p>
          <a:p>
            <a:pPr marL="0" indent="0">
              <a:buNone/>
              <a:tabLst>
                <a:tab pos="2333625" algn="l"/>
              </a:tabLst>
            </a:pPr>
            <a:endParaRPr lang="fr-CA"/>
          </a:p>
        </p:txBody>
      </p:sp>
      <p:pic>
        <p:nvPicPr>
          <p:cNvPr id="4" name="Image 3" descr="Une image contenant Police, Graphique, capture d’écran, graphisme  Description générée automatiquement">
            <a:extLst>
              <a:ext uri="{FF2B5EF4-FFF2-40B4-BE49-F238E27FC236}">
                <a16:creationId xmlns:a16="http://schemas.microsoft.com/office/drawing/2014/main" id="{25CCF0F3-EA3C-54AF-694A-35B12FF31C15}"/>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8727115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CA5ED5-E04A-FDED-73B8-B2B678D00FA7}"/>
              </a:ext>
            </a:extLst>
          </p:cNvPr>
          <p:cNvSpPr>
            <a:spLocks noGrp="1"/>
          </p:cNvSpPr>
          <p:nvPr>
            <p:ph type="title"/>
            <p:custDataLst>
              <p:tags r:id="rId1"/>
            </p:custDataLst>
          </p:nvPr>
        </p:nvSpPr>
        <p:spPr/>
        <p:txBody>
          <a:bodyPr/>
          <a:lstStyle/>
          <a:p>
            <a:r>
              <a:rPr lang="fr-FR" dirty="0"/>
              <a:t>Le cours d’aujourd’hui dans les évaluations</a:t>
            </a:r>
          </a:p>
        </p:txBody>
      </p:sp>
      <p:sp>
        <p:nvSpPr>
          <p:cNvPr id="3" name="Espace réservé du contenu 2">
            <a:extLst>
              <a:ext uri="{FF2B5EF4-FFF2-40B4-BE49-F238E27FC236}">
                <a16:creationId xmlns:a16="http://schemas.microsoft.com/office/drawing/2014/main" id="{94158EA1-4D6C-6B6E-E8E4-2D81A0EC7A63}"/>
              </a:ext>
            </a:extLst>
          </p:cNvPr>
          <p:cNvSpPr>
            <a:spLocks noGrp="1"/>
          </p:cNvSpPr>
          <p:nvPr>
            <p:ph idx="1"/>
            <p:custDataLst>
              <p:tags r:id="rId2"/>
            </p:custDataLst>
          </p:nvPr>
        </p:nvSpPr>
        <p:spPr/>
        <p:txBody>
          <a:bodyPr anchor="ctr"/>
          <a:lstStyle/>
          <a:p>
            <a:r>
              <a:rPr lang="fr-FR" dirty="0"/>
              <a:t>Les notions portant sur les fonctions de recherches et leurs utilités seront évaluées à l’examen intra et utilisées dans votre travail d’équipe #1</a:t>
            </a:r>
          </a:p>
          <a:p>
            <a:r>
              <a:rPr lang="fr-FR" dirty="0"/>
              <a:t>Les notions portant sur </a:t>
            </a:r>
            <a:r>
              <a:rPr lang="fr-FR"/>
              <a:t>la loi 25</a:t>
            </a:r>
            <a:r>
              <a:rPr lang="fr-FR" dirty="0"/>
              <a:t>, la cybersécurité et la </a:t>
            </a:r>
            <a:r>
              <a:rPr lang="fr-FR" dirty="0" err="1"/>
              <a:t>cyberhygiène</a:t>
            </a:r>
            <a:r>
              <a:rPr lang="fr-FR" dirty="0"/>
              <a:t> seront évaluées à l’examen intra</a:t>
            </a:r>
          </a:p>
          <a:p>
            <a:r>
              <a:rPr lang="fr-FR" dirty="0"/>
              <a:t>Les manipulations sur </a:t>
            </a:r>
            <a:r>
              <a:rPr lang="fr-FR" dirty="0" err="1"/>
              <a:t>Airtable</a:t>
            </a:r>
            <a:r>
              <a:rPr lang="fr-FR" dirty="0"/>
              <a:t> et </a:t>
            </a:r>
            <a:r>
              <a:rPr lang="fr-FR" dirty="0" err="1"/>
              <a:t>Softr</a:t>
            </a:r>
            <a:r>
              <a:rPr lang="fr-FR" dirty="0"/>
              <a:t> seront utilisées dans votre travail d’équipe #1</a:t>
            </a:r>
          </a:p>
          <a:p>
            <a:endParaRPr lang="fr-FR" dirty="0"/>
          </a:p>
          <a:p>
            <a:endParaRPr lang="fr-FR" dirty="0"/>
          </a:p>
        </p:txBody>
      </p:sp>
      <p:pic>
        <p:nvPicPr>
          <p:cNvPr id="4" name="Image 3" descr="Une image contenant Police, Graphique, capture d’écran, graphisme  Description générée automatiquement">
            <a:extLst>
              <a:ext uri="{FF2B5EF4-FFF2-40B4-BE49-F238E27FC236}">
                <a16:creationId xmlns:a16="http://schemas.microsoft.com/office/drawing/2014/main" id="{2975E199-1643-ADF1-3FBC-B82F3B519143}"/>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2879676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9EDBC1-ED09-50A8-6E7F-571E46BF15C1}"/>
              </a:ext>
            </a:extLst>
          </p:cNvPr>
          <p:cNvSpPr>
            <a:spLocks noGrp="1"/>
          </p:cNvSpPr>
          <p:nvPr>
            <p:ph type="title"/>
            <p:custDataLst>
              <p:tags r:id="rId1"/>
            </p:custDataLst>
          </p:nvPr>
        </p:nvSpPr>
        <p:spPr/>
        <p:txBody>
          <a:bodyPr/>
          <a:lstStyle/>
          <a:p>
            <a:r>
              <a:rPr lang="fr-CA"/>
              <a:t>Les métiers impliqués dans le cours d’aujourd’hui</a:t>
            </a:r>
          </a:p>
        </p:txBody>
      </p:sp>
      <p:pic>
        <p:nvPicPr>
          <p:cNvPr id="4" name="Image 3">
            <a:extLst>
              <a:ext uri="{FF2B5EF4-FFF2-40B4-BE49-F238E27FC236}">
                <a16:creationId xmlns:a16="http://schemas.microsoft.com/office/drawing/2014/main" id="{096DDA0C-4B6D-DD42-3C12-DF78CAF13FA1}"/>
              </a:ext>
            </a:extLst>
          </p:cNvPr>
          <p:cNvPicPr>
            <a:picLocks noChangeAspect="1"/>
          </p:cNvPicPr>
          <p:nvPr>
            <p:custDataLst>
              <p:tags r:id="rId2"/>
            </p:custDataLst>
          </p:nvPr>
        </p:nvPicPr>
        <p:blipFill>
          <a:blip r:embed="rId11"/>
          <a:stretch>
            <a:fillRect/>
          </a:stretch>
        </p:blipFill>
        <p:spPr>
          <a:xfrm>
            <a:off x="3041707" y="987913"/>
            <a:ext cx="5840290" cy="5870087"/>
          </a:xfrm>
          <a:prstGeom prst="rect">
            <a:avLst/>
          </a:prstGeom>
        </p:spPr>
      </p:pic>
      <p:sp>
        <p:nvSpPr>
          <p:cNvPr id="6" name="Ellipse 5">
            <a:extLst>
              <a:ext uri="{FF2B5EF4-FFF2-40B4-BE49-F238E27FC236}">
                <a16:creationId xmlns:a16="http://schemas.microsoft.com/office/drawing/2014/main" id="{19A82DB1-8BCE-8E14-B72A-A2BD02B585D4}"/>
              </a:ext>
            </a:extLst>
          </p:cNvPr>
          <p:cNvSpPr/>
          <p:nvPr>
            <p:custDataLst>
              <p:tags r:id="rId3"/>
            </p:custDataLst>
          </p:nvPr>
        </p:nvSpPr>
        <p:spPr>
          <a:xfrm rot="20243355">
            <a:off x="6212275" y="1963220"/>
            <a:ext cx="756000" cy="756000"/>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7" name="Ellipse 6">
            <a:extLst>
              <a:ext uri="{FF2B5EF4-FFF2-40B4-BE49-F238E27FC236}">
                <a16:creationId xmlns:a16="http://schemas.microsoft.com/office/drawing/2014/main" id="{6791207C-A25B-5833-8358-BFD2BE25A34D}"/>
              </a:ext>
            </a:extLst>
          </p:cNvPr>
          <p:cNvSpPr/>
          <p:nvPr>
            <p:custDataLst>
              <p:tags r:id="rId4"/>
            </p:custDataLst>
          </p:nvPr>
        </p:nvSpPr>
        <p:spPr>
          <a:xfrm rot="18169204">
            <a:off x="3027296" y="3957980"/>
            <a:ext cx="1216248" cy="960377"/>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8" name="Image 7" descr="Une image contenant Police, Graphique, capture d’écran, graphisme  Description générée automatiquement">
            <a:extLst>
              <a:ext uri="{FF2B5EF4-FFF2-40B4-BE49-F238E27FC236}">
                <a16:creationId xmlns:a16="http://schemas.microsoft.com/office/drawing/2014/main" id="{2468E5A8-ED35-32E0-4C5C-E40DE6EDB7CD}"/>
              </a:ext>
            </a:extLst>
          </p:cNvPr>
          <p:cNvPicPr>
            <a:picLocks noChangeAspect="1"/>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3" name="Ellipse 2">
            <a:extLst>
              <a:ext uri="{FF2B5EF4-FFF2-40B4-BE49-F238E27FC236}">
                <a16:creationId xmlns:a16="http://schemas.microsoft.com/office/drawing/2014/main" id="{34429701-AB97-BF42-7F88-6940CE767DE8}"/>
              </a:ext>
            </a:extLst>
          </p:cNvPr>
          <p:cNvSpPr/>
          <p:nvPr>
            <p:custDataLst>
              <p:tags r:id="rId6"/>
            </p:custDataLst>
          </p:nvPr>
        </p:nvSpPr>
        <p:spPr>
          <a:xfrm rot="9576219">
            <a:off x="3420207" y="4856223"/>
            <a:ext cx="1216248" cy="848083"/>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9" name="Ellipse 8">
            <a:extLst>
              <a:ext uri="{FF2B5EF4-FFF2-40B4-BE49-F238E27FC236}">
                <a16:creationId xmlns:a16="http://schemas.microsoft.com/office/drawing/2014/main" id="{0255015B-CDF1-845C-E3D8-1CC045205C55}"/>
              </a:ext>
            </a:extLst>
          </p:cNvPr>
          <p:cNvSpPr/>
          <p:nvPr>
            <p:custDataLst>
              <p:tags r:id="rId7"/>
            </p:custDataLst>
          </p:nvPr>
        </p:nvSpPr>
        <p:spPr>
          <a:xfrm rot="20243355">
            <a:off x="7110999" y="2951771"/>
            <a:ext cx="756000" cy="756000"/>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0" name="Ellipse 9">
            <a:extLst>
              <a:ext uri="{FF2B5EF4-FFF2-40B4-BE49-F238E27FC236}">
                <a16:creationId xmlns:a16="http://schemas.microsoft.com/office/drawing/2014/main" id="{8B0AF191-6CBA-ECCD-0D8C-DA0E7B2D05D7}"/>
              </a:ext>
            </a:extLst>
          </p:cNvPr>
          <p:cNvSpPr/>
          <p:nvPr>
            <p:custDataLst>
              <p:tags r:id="rId8"/>
            </p:custDataLst>
          </p:nvPr>
        </p:nvSpPr>
        <p:spPr>
          <a:xfrm rot="20243355">
            <a:off x="7605274" y="2028896"/>
            <a:ext cx="756000" cy="756000"/>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Ellipse 10">
            <a:extLst>
              <a:ext uri="{FF2B5EF4-FFF2-40B4-BE49-F238E27FC236}">
                <a16:creationId xmlns:a16="http://schemas.microsoft.com/office/drawing/2014/main" id="{8E1CD315-FE12-4D6D-8F96-59DABAC069A2}"/>
              </a:ext>
            </a:extLst>
          </p:cNvPr>
          <p:cNvSpPr/>
          <p:nvPr>
            <p:custDataLst>
              <p:tags r:id="rId9"/>
            </p:custDataLst>
          </p:nvPr>
        </p:nvSpPr>
        <p:spPr>
          <a:xfrm rot="7099690">
            <a:off x="4218514" y="5010100"/>
            <a:ext cx="1891678" cy="1792238"/>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1795552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02B424-AB7F-935A-9592-94E4E335F3BC}"/>
              </a:ext>
            </a:extLst>
          </p:cNvPr>
          <p:cNvSpPr>
            <a:spLocks noGrp="1"/>
          </p:cNvSpPr>
          <p:nvPr>
            <p:ph type="title"/>
            <p:custDataLst>
              <p:tags r:id="rId1"/>
            </p:custDataLst>
          </p:nvPr>
        </p:nvSpPr>
        <p:spPr/>
        <p:txBody>
          <a:bodyPr>
            <a:normAutofit/>
          </a:bodyPr>
          <a:lstStyle/>
          <a:p>
            <a:r>
              <a:rPr lang="fr-CA" spc="-70"/>
              <a:t>Les autres spécialisations dans le cours d’aujourd’hui</a:t>
            </a:r>
          </a:p>
        </p:txBody>
      </p:sp>
      <p:sp>
        <p:nvSpPr>
          <p:cNvPr id="3" name="Espace réservé du contenu 2">
            <a:extLst>
              <a:ext uri="{FF2B5EF4-FFF2-40B4-BE49-F238E27FC236}">
                <a16:creationId xmlns:a16="http://schemas.microsoft.com/office/drawing/2014/main" id="{6F3F7FC5-90B7-FCC3-FA6C-8AF84B087DC4}"/>
              </a:ext>
            </a:extLst>
          </p:cNvPr>
          <p:cNvSpPr>
            <a:spLocks noGrp="1"/>
          </p:cNvSpPr>
          <p:nvPr>
            <p:ph idx="1"/>
            <p:custDataLst>
              <p:tags r:id="rId2"/>
            </p:custDataLst>
          </p:nvPr>
        </p:nvSpPr>
        <p:spPr/>
        <p:txBody>
          <a:bodyPr anchor="ctr"/>
          <a:lstStyle/>
          <a:p>
            <a:r>
              <a:rPr lang="fr-CA"/>
              <a:t>Marketing</a:t>
            </a:r>
          </a:p>
          <a:p>
            <a:r>
              <a:rPr lang="fr-CA"/>
              <a:t>Gestion des opérations et de la logistique</a:t>
            </a:r>
          </a:p>
          <a:p>
            <a:r>
              <a:rPr lang="fr-CA"/>
              <a:t>Comptabilité</a:t>
            </a:r>
          </a:p>
          <a:p>
            <a:endParaRPr lang="fr-CA"/>
          </a:p>
          <a:p>
            <a:endParaRPr lang="fr-CA"/>
          </a:p>
          <a:p>
            <a:endParaRPr lang="fr-CA"/>
          </a:p>
        </p:txBody>
      </p:sp>
      <p:pic>
        <p:nvPicPr>
          <p:cNvPr id="4" name="Image 3" descr="Une image contenant Police, Graphique, capture d’écran, graphisme  Description générée automatiquement">
            <a:extLst>
              <a:ext uri="{FF2B5EF4-FFF2-40B4-BE49-F238E27FC236}">
                <a16:creationId xmlns:a16="http://schemas.microsoft.com/office/drawing/2014/main" id="{208F4428-89FF-FADC-D4FD-9A1F599C7825}"/>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4724382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7C34AC-A945-D988-3367-E44B1B476095}"/>
              </a:ext>
            </a:extLst>
          </p:cNvPr>
          <p:cNvSpPr>
            <a:spLocks noGrp="1"/>
          </p:cNvSpPr>
          <p:nvPr>
            <p:ph type="title"/>
            <p:custDataLst>
              <p:tags r:id="rId1"/>
            </p:custDataLst>
          </p:nvPr>
        </p:nvSpPr>
        <p:spPr>
          <a:xfrm>
            <a:off x="888022" y="-10048"/>
            <a:ext cx="11303977" cy="889920"/>
          </a:xfrm>
        </p:spPr>
        <p:txBody>
          <a:bodyPr/>
          <a:lstStyle/>
          <a:p>
            <a:r>
              <a:rPr lang="fr-CA"/>
              <a:t>À faire pour la semaine prochaine</a:t>
            </a:r>
          </a:p>
        </p:txBody>
      </p:sp>
      <p:sp>
        <p:nvSpPr>
          <p:cNvPr id="3" name="Espace réservé du contenu 2">
            <a:extLst>
              <a:ext uri="{FF2B5EF4-FFF2-40B4-BE49-F238E27FC236}">
                <a16:creationId xmlns:a16="http://schemas.microsoft.com/office/drawing/2014/main" id="{E5277556-B255-72F5-C036-0CD1CCA6E4F5}"/>
              </a:ext>
            </a:extLst>
          </p:cNvPr>
          <p:cNvSpPr>
            <a:spLocks noGrp="1"/>
          </p:cNvSpPr>
          <p:nvPr>
            <p:ph idx="1"/>
            <p:custDataLst>
              <p:tags r:id="rId2"/>
            </p:custDataLst>
          </p:nvPr>
        </p:nvSpPr>
        <p:spPr>
          <a:xfrm>
            <a:off x="224640" y="1017270"/>
            <a:ext cx="11835102" cy="5679922"/>
          </a:xfrm>
        </p:spPr>
        <p:txBody>
          <a:bodyPr anchor="ctr">
            <a:normAutofit/>
          </a:bodyPr>
          <a:lstStyle/>
          <a:p>
            <a:r>
              <a:rPr lang="fr-CA" dirty="0"/>
              <a:t>Visionner les capsules vidéo du parcours  d’apprentissage de la séance 6</a:t>
            </a:r>
          </a:p>
          <a:p>
            <a:r>
              <a:rPr lang="fr-CA" dirty="0"/>
              <a:t>Avancer votre travail d’équipe #1</a:t>
            </a:r>
          </a:p>
          <a:p>
            <a:endParaRPr lang="fr-CA" dirty="0"/>
          </a:p>
          <a:p>
            <a:endParaRPr lang="fr-CA" dirty="0"/>
          </a:p>
        </p:txBody>
      </p:sp>
      <p:pic>
        <p:nvPicPr>
          <p:cNvPr id="4" name="Image 3" descr="Une image contenant Police, Graphique, capture d’écran, graphisme  Description générée automatiquement">
            <a:extLst>
              <a:ext uri="{FF2B5EF4-FFF2-40B4-BE49-F238E27FC236}">
                <a16:creationId xmlns:a16="http://schemas.microsoft.com/office/drawing/2014/main" id="{A6F9FEDF-AE19-F6BB-419C-AFFC58C6D297}"/>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2786289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5"/>
</p:tagLst>
</file>

<file path=ppt/tags/tag6.xml><?xml version="1.0" encoding="utf-8"?>
<p:tagLst xmlns:a="http://schemas.openxmlformats.org/drawingml/2006/main" xmlns:r="http://schemas.openxmlformats.org/officeDocument/2006/relationships" xmlns:p="http://schemas.openxmlformats.org/presentationml/2006/main">
  <p:tag name="NUM" val="6"/>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4"/>
</p:tagLst>
</file>

<file path=ppt/tags/tag9.xml><?xml version="1.0" encoding="utf-8"?>
<p:tagLst xmlns:a="http://schemas.openxmlformats.org/drawingml/2006/main" xmlns:r="http://schemas.openxmlformats.org/officeDocument/2006/relationships" xmlns:p="http://schemas.openxmlformats.org/presentationml/2006/main">
  <p:tag name="NUM" val="3"/>
</p:tagLst>
</file>

<file path=ppt/tags/tag10.xml><?xml version="1.0" encoding="utf-8"?>
<p:tagLst xmlns:a="http://schemas.openxmlformats.org/drawingml/2006/main" xmlns:r="http://schemas.openxmlformats.org/officeDocument/2006/relationships" xmlns:p="http://schemas.openxmlformats.org/presentationml/2006/main">
  <p:tag name="NUM" val="4"/>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UM" val="4"/>
</p:tagLst>
</file>

<file path=ppt/tags/tag17.xml><?xml version="1.0" encoding="utf-8"?>
<p:tagLst xmlns:a="http://schemas.openxmlformats.org/drawingml/2006/main" xmlns:r="http://schemas.openxmlformats.org/officeDocument/2006/relationships" xmlns:p="http://schemas.openxmlformats.org/presentationml/2006/main">
  <p:tag name="NUM" val="5"/>
</p:tagLst>
</file>

<file path=ppt/tags/tag18.xml><?xml version="1.0" encoding="utf-8"?>
<p:tagLst xmlns:a="http://schemas.openxmlformats.org/drawingml/2006/main" xmlns:r="http://schemas.openxmlformats.org/officeDocument/2006/relationships" xmlns:p="http://schemas.openxmlformats.org/presentationml/2006/main">
  <p:tag name="NUM" val="6"/>
</p:tagLst>
</file>

<file path=ppt/tags/tag19.xml><?xml version="1.0" encoding="utf-8"?>
<p:tagLst xmlns:a="http://schemas.openxmlformats.org/drawingml/2006/main" xmlns:r="http://schemas.openxmlformats.org/officeDocument/2006/relationships" xmlns:p="http://schemas.openxmlformats.org/presentationml/2006/main">
  <p:tag name="NUM" val="7"/>
</p:tagLst>
</file>

<file path=ppt/tags/tag20.xml><?xml version="1.0" encoding="utf-8"?>
<p:tagLst xmlns:a="http://schemas.openxmlformats.org/drawingml/2006/main" xmlns:r="http://schemas.openxmlformats.org/officeDocument/2006/relationships" xmlns:p="http://schemas.openxmlformats.org/presentationml/2006/main">
  <p:tag name="NUM" val="8"/>
</p:tagLst>
</file>

<file path=ppt/tags/tag21.xml><?xml version="1.0" encoding="utf-8"?>
<p:tagLst xmlns:a="http://schemas.openxmlformats.org/drawingml/2006/main" xmlns:r="http://schemas.openxmlformats.org/officeDocument/2006/relationships" xmlns:p="http://schemas.openxmlformats.org/presentationml/2006/main">
  <p:tag name="NUM" val="9"/>
</p:tagLst>
</file>

<file path=ppt/tags/tag22.xml><?xml version="1.0" encoding="utf-8"?>
<p:tagLst xmlns:a="http://schemas.openxmlformats.org/drawingml/2006/main" xmlns:r="http://schemas.openxmlformats.org/officeDocument/2006/relationships" xmlns:p="http://schemas.openxmlformats.org/presentationml/2006/main">
  <p:tag name="NUM" val="1"/>
</p:tagLst>
</file>

<file path=ppt/tags/tag23.xml><?xml version="1.0" encoding="utf-8"?>
<p:tagLst xmlns:a="http://schemas.openxmlformats.org/drawingml/2006/main" xmlns:r="http://schemas.openxmlformats.org/officeDocument/2006/relationships" xmlns:p="http://schemas.openxmlformats.org/presentationml/2006/main">
  <p:tag name="NUM" val="2"/>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2"/>
</p:tagLst>
</file>

<file path=ppt/tags/tag27.xml><?xml version="1.0" encoding="utf-8"?>
<p:tagLst xmlns:a="http://schemas.openxmlformats.org/drawingml/2006/main" xmlns:r="http://schemas.openxmlformats.org/officeDocument/2006/relationships" xmlns:p="http://schemas.openxmlformats.org/presentationml/2006/main">
  <p:tag name="NUM" val="3"/>
</p:tagLst>
</file>

<file path=ppt/tags/tag28.xml><?xml version="1.0" encoding="utf-8"?>
<p:tagLst xmlns:a="http://schemas.openxmlformats.org/drawingml/2006/main" xmlns:r="http://schemas.openxmlformats.org/officeDocument/2006/relationships" xmlns:p="http://schemas.openxmlformats.org/presentationml/2006/main">
  <p:tag name="NUM" val="4"/>
</p:tagLst>
</file>

<file path=ppt/tags/tag29.xml><?xml version="1.0" encoding="utf-8"?>
<p:tagLst xmlns:a="http://schemas.openxmlformats.org/drawingml/2006/main" xmlns:r="http://schemas.openxmlformats.org/officeDocument/2006/relationships" xmlns:p="http://schemas.openxmlformats.org/presentationml/2006/main">
  <p:tag name="NUM" val="5"/>
</p:tagLst>
</file>

<file path=ppt/tags/tag30.xml><?xml version="1.0" encoding="utf-8"?>
<p:tagLst xmlns:a="http://schemas.openxmlformats.org/drawingml/2006/main" xmlns:r="http://schemas.openxmlformats.org/officeDocument/2006/relationships" xmlns:p="http://schemas.openxmlformats.org/presentationml/2006/main">
  <p:tag name="NUM" val="6"/>
</p:tagLst>
</file>

<file path=ppt/tags/tag31.xml><?xml version="1.0" encoding="utf-8"?>
<p:tagLst xmlns:a="http://schemas.openxmlformats.org/drawingml/2006/main" xmlns:r="http://schemas.openxmlformats.org/officeDocument/2006/relationships" xmlns:p="http://schemas.openxmlformats.org/presentationml/2006/main">
  <p:tag name="NUM" val="1"/>
</p:tagLst>
</file>

<file path=ppt/tags/tag32.xml><?xml version="1.0" encoding="utf-8"?>
<p:tagLst xmlns:a="http://schemas.openxmlformats.org/drawingml/2006/main" xmlns:r="http://schemas.openxmlformats.org/officeDocument/2006/relationships" xmlns:p="http://schemas.openxmlformats.org/presentationml/2006/main">
  <p:tag name="NUM" val="1"/>
</p:tagLst>
</file>

<file path=ppt/tags/tag33.xml><?xml version="1.0" encoding="utf-8"?>
<p:tagLst xmlns:a="http://schemas.openxmlformats.org/drawingml/2006/main" xmlns:r="http://schemas.openxmlformats.org/officeDocument/2006/relationships" xmlns:p="http://schemas.openxmlformats.org/presentationml/2006/main">
  <p:tag name="NUM" val="2"/>
</p:tagLst>
</file>

<file path=ppt/tags/tag34.xml><?xml version="1.0" encoding="utf-8"?>
<p:tagLst xmlns:a="http://schemas.openxmlformats.org/drawingml/2006/main" xmlns:r="http://schemas.openxmlformats.org/officeDocument/2006/relationships" xmlns:p="http://schemas.openxmlformats.org/presentationml/2006/main">
  <p:tag name="NUM" val="3"/>
</p:tagLst>
</file>

<file path=ppt/tags/tag35.xml><?xml version="1.0" encoding="utf-8"?>
<p:tagLst xmlns:a="http://schemas.openxmlformats.org/drawingml/2006/main" xmlns:r="http://schemas.openxmlformats.org/officeDocument/2006/relationships" xmlns:p="http://schemas.openxmlformats.org/presentationml/2006/main">
  <p:tag name="NUM" val="4"/>
</p:tagLst>
</file>

<file path=ppt/tags/tag36.xml><?xml version="1.0" encoding="utf-8"?>
<p:tagLst xmlns:a="http://schemas.openxmlformats.org/drawingml/2006/main" xmlns:r="http://schemas.openxmlformats.org/officeDocument/2006/relationships" xmlns:p="http://schemas.openxmlformats.org/presentationml/2006/main">
  <p:tag name="NUM" val="5"/>
</p:tagLst>
</file>

<file path=ppt/tags/tag37.xml><?xml version="1.0" encoding="utf-8"?>
<p:tagLst xmlns:a="http://schemas.openxmlformats.org/drawingml/2006/main" xmlns:r="http://schemas.openxmlformats.org/officeDocument/2006/relationships" xmlns:p="http://schemas.openxmlformats.org/presentationml/2006/main">
  <p:tag name="NUM" val="6"/>
</p:tagLst>
</file>

<file path=ppt/tags/tag38.xml><?xml version="1.0" encoding="utf-8"?>
<p:tagLst xmlns:a="http://schemas.openxmlformats.org/drawingml/2006/main" xmlns:r="http://schemas.openxmlformats.org/officeDocument/2006/relationships" xmlns:p="http://schemas.openxmlformats.org/presentationml/2006/main">
  <p:tag name="NUM" val="7"/>
</p:tagLst>
</file>

<file path=ppt/tags/tag39.xml><?xml version="1.0" encoding="utf-8"?>
<p:tagLst xmlns:a="http://schemas.openxmlformats.org/drawingml/2006/main" xmlns:r="http://schemas.openxmlformats.org/officeDocument/2006/relationships" xmlns:p="http://schemas.openxmlformats.org/presentationml/2006/main">
  <p:tag name="NUM" val="8"/>
</p:tagLst>
</file>

<file path=ppt/tags/tag40.xml><?xml version="1.0" encoding="utf-8"?>
<p:tagLst xmlns:a="http://schemas.openxmlformats.org/drawingml/2006/main" xmlns:r="http://schemas.openxmlformats.org/officeDocument/2006/relationships" xmlns:p="http://schemas.openxmlformats.org/presentationml/2006/main">
  <p:tag name="NUM" val="9"/>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1"/>
</p:tagLst>
</file>

<file path=ppt/tags/tag43.xml><?xml version="1.0" encoding="utf-8"?>
<p:tagLst xmlns:a="http://schemas.openxmlformats.org/drawingml/2006/main" xmlns:r="http://schemas.openxmlformats.org/officeDocument/2006/relationships" xmlns:p="http://schemas.openxmlformats.org/presentationml/2006/main">
  <p:tag name="NUM" val="2"/>
</p:tagLst>
</file>

<file path=ppt/tags/tag44.xml><?xml version="1.0" encoding="utf-8"?>
<p:tagLst xmlns:a="http://schemas.openxmlformats.org/drawingml/2006/main" xmlns:r="http://schemas.openxmlformats.org/officeDocument/2006/relationships" xmlns:p="http://schemas.openxmlformats.org/presentationml/2006/main">
  <p:tag name="NUM" val="3"/>
</p:tagLst>
</file>

<file path=ppt/tags/tag45.xml><?xml version="1.0" encoding="utf-8"?>
<p:tagLst xmlns:a="http://schemas.openxmlformats.org/drawingml/2006/main" xmlns:r="http://schemas.openxmlformats.org/officeDocument/2006/relationships" xmlns:p="http://schemas.openxmlformats.org/presentationml/2006/main">
  <p:tag name="NUM" val="1"/>
</p:tagLst>
</file>

<file path=ppt/tags/tag46.xml><?xml version="1.0" encoding="utf-8"?>
<p:tagLst xmlns:a="http://schemas.openxmlformats.org/drawingml/2006/main" xmlns:r="http://schemas.openxmlformats.org/officeDocument/2006/relationships" xmlns:p="http://schemas.openxmlformats.org/presentationml/2006/main">
  <p:tag name="NUM" val="2"/>
</p:tagLst>
</file>

<file path=ppt/tags/tag47.xml><?xml version="1.0" encoding="utf-8"?>
<p:tagLst xmlns:a="http://schemas.openxmlformats.org/drawingml/2006/main" xmlns:r="http://schemas.openxmlformats.org/officeDocument/2006/relationships" xmlns:p="http://schemas.openxmlformats.org/presentationml/2006/main">
  <p:tag name="NUM" val="3"/>
</p:tagLst>
</file>

<file path=ppt/tags/tag48.xml><?xml version="1.0" encoding="utf-8"?>
<p:tagLst xmlns:a="http://schemas.openxmlformats.org/drawingml/2006/main" xmlns:r="http://schemas.openxmlformats.org/officeDocument/2006/relationships" xmlns:p="http://schemas.openxmlformats.org/presentationml/2006/main">
  <p:tag name="NUM" val="4"/>
</p:tagLst>
</file>

<file path=ppt/tags/tag49.xml><?xml version="1.0" encoding="utf-8"?>
<p:tagLst xmlns:a="http://schemas.openxmlformats.org/drawingml/2006/main" xmlns:r="http://schemas.openxmlformats.org/officeDocument/2006/relationships" xmlns:p="http://schemas.openxmlformats.org/presentationml/2006/main">
  <p:tag name="NUM" val="1"/>
</p:tagLst>
</file>

<file path=ppt/tags/tag50.xml><?xml version="1.0" encoding="utf-8"?>
<p:tagLst xmlns:a="http://schemas.openxmlformats.org/drawingml/2006/main" xmlns:r="http://schemas.openxmlformats.org/officeDocument/2006/relationships" xmlns:p="http://schemas.openxmlformats.org/presentationml/2006/main">
  <p:tag name="NUM" val="2"/>
</p:tagLst>
</file>

<file path=ppt/tags/tag51.xml><?xml version="1.0" encoding="utf-8"?>
<p:tagLst xmlns:a="http://schemas.openxmlformats.org/drawingml/2006/main" xmlns:r="http://schemas.openxmlformats.org/officeDocument/2006/relationships" xmlns:p="http://schemas.openxmlformats.org/presentationml/2006/main">
  <p:tag name="NUM" val="3"/>
</p:tagLst>
</file>

<file path=ppt/tags/tag52.xml><?xml version="1.0" encoding="utf-8"?>
<p:tagLst xmlns:a="http://schemas.openxmlformats.org/drawingml/2006/main" xmlns:r="http://schemas.openxmlformats.org/officeDocument/2006/relationships" xmlns:p="http://schemas.openxmlformats.org/presentationml/2006/main">
  <p:tag name="NUM" val="4"/>
</p:tagLst>
</file>

<file path=ppt/tags/tag53.xml><?xml version="1.0" encoding="utf-8"?>
<p:tagLst xmlns:a="http://schemas.openxmlformats.org/drawingml/2006/main" xmlns:r="http://schemas.openxmlformats.org/officeDocument/2006/relationships" xmlns:p="http://schemas.openxmlformats.org/presentationml/2006/main">
  <p:tag name="NUM" val="5"/>
</p:tagLst>
</file>

<file path=ppt/tags/tag54.xml><?xml version="1.0" encoding="utf-8"?>
<p:tagLst xmlns:a="http://schemas.openxmlformats.org/drawingml/2006/main" xmlns:r="http://schemas.openxmlformats.org/officeDocument/2006/relationships" xmlns:p="http://schemas.openxmlformats.org/presentationml/2006/main">
  <p:tag name="NUM" val="1"/>
</p:tagLst>
</file>

<file path=ppt/tags/tag55.xml><?xml version="1.0" encoding="utf-8"?>
<p:tagLst xmlns:a="http://schemas.openxmlformats.org/drawingml/2006/main" xmlns:r="http://schemas.openxmlformats.org/officeDocument/2006/relationships" xmlns:p="http://schemas.openxmlformats.org/presentationml/2006/main">
  <p:tag name="NUM" val="2"/>
</p:tagLst>
</file>

<file path=ppt/tags/tag56.xml><?xml version="1.0" encoding="utf-8"?>
<p:tagLst xmlns:a="http://schemas.openxmlformats.org/drawingml/2006/main" xmlns:r="http://schemas.openxmlformats.org/officeDocument/2006/relationships" xmlns:p="http://schemas.openxmlformats.org/presentationml/2006/main">
  <p:tag name="NUM" val="3"/>
</p:tagLst>
</file>

<file path=ppt/tags/tag57.xml><?xml version="1.0" encoding="utf-8"?>
<p:tagLst xmlns:a="http://schemas.openxmlformats.org/drawingml/2006/main" xmlns:r="http://schemas.openxmlformats.org/officeDocument/2006/relationships" xmlns:p="http://schemas.openxmlformats.org/presentationml/2006/main">
  <p:tag name="NUM" val="4"/>
</p:tagLst>
</file>

<file path=ppt/tags/tag58.xml><?xml version="1.0" encoding="utf-8"?>
<p:tagLst xmlns:a="http://schemas.openxmlformats.org/drawingml/2006/main" xmlns:r="http://schemas.openxmlformats.org/officeDocument/2006/relationships" xmlns:p="http://schemas.openxmlformats.org/presentationml/2006/main">
  <p:tag name="NUM" val="5"/>
</p:tagLst>
</file>

<file path=ppt/tags/tag59.xml><?xml version="1.0" encoding="utf-8"?>
<p:tagLst xmlns:a="http://schemas.openxmlformats.org/drawingml/2006/main" xmlns:r="http://schemas.openxmlformats.org/officeDocument/2006/relationships" xmlns:p="http://schemas.openxmlformats.org/presentationml/2006/main">
  <p:tag name="NUM" val="6"/>
</p:tagLst>
</file>

<file path=ppt/tags/tag60.xml><?xml version="1.0" encoding="utf-8"?>
<p:tagLst xmlns:a="http://schemas.openxmlformats.org/drawingml/2006/main" xmlns:r="http://schemas.openxmlformats.org/officeDocument/2006/relationships" xmlns:p="http://schemas.openxmlformats.org/presentationml/2006/main">
  <p:tag name="NUM" val="1"/>
</p:tagLst>
</file>

<file path=ppt/tags/tag61.xml><?xml version="1.0" encoding="utf-8"?>
<p:tagLst xmlns:a="http://schemas.openxmlformats.org/drawingml/2006/main" xmlns:r="http://schemas.openxmlformats.org/officeDocument/2006/relationships" xmlns:p="http://schemas.openxmlformats.org/presentationml/2006/main">
  <p:tag name="NUM" val="2"/>
</p:tagLst>
</file>

<file path=ppt/tags/tag62.xml><?xml version="1.0" encoding="utf-8"?>
<p:tagLst xmlns:a="http://schemas.openxmlformats.org/drawingml/2006/main" xmlns:r="http://schemas.openxmlformats.org/officeDocument/2006/relationships" xmlns:p="http://schemas.openxmlformats.org/presentationml/2006/main">
  <p:tag name="NUM" val="3"/>
</p:tagLst>
</file>

<file path=ppt/tags/tag63.xml><?xml version="1.0" encoding="utf-8"?>
<p:tagLst xmlns:a="http://schemas.openxmlformats.org/drawingml/2006/main" xmlns:r="http://schemas.openxmlformats.org/officeDocument/2006/relationships" xmlns:p="http://schemas.openxmlformats.org/presentationml/2006/main">
  <p:tag name="NUM" val="1"/>
</p:tagLst>
</file>

<file path=ppt/tags/tag64.xml><?xml version="1.0" encoding="utf-8"?>
<p:tagLst xmlns:a="http://schemas.openxmlformats.org/drawingml/2006/main" xmlns:r="http://schemas.openxmlformats.org/officeDocument/2006/relationships" xmlns:p="http://schemas.openxmlformats.org/presentationml/2006/main">
  <p:tag name="NUM" val="2"/>
</p:tagLst>
</file>

<file path=ppt/tags/tag65.xml><?xml version="1.0" encoding="utf-8"?>
<p:tagLst xmlns:a="http://schemas.openxmlformats.org/drawingml/2006/main" xmlns:r="http://schemas.openxmlformats.org/officeDocument/2006/relationships" xmlns:p="http://schemas.openxmlformats.org/presentationml/2006/main">
  <p:tag name="NUM" val="3"/>
</p:tagLst>
</file>

<file path=ppt/tags/tag66.xml><?xml version="1.0" encoding="utf-8"?>
<p:tagLst xmlns:a="http://schemas.openxmlformats.org/drawingml/2006/main" xmlns:r="http://schemas.openxmlformats.org/officeDocument/2006/relationships" xmlns:p="http://schemas.openxmlformats.org/presentationml/2006/main">
  <p:tag name="NUM" val="4"/>
</p:tagLst>
</file>

<file path=ppt/tags/tag67.xml><?xml version="1.0" encoding="utf-8"?>
<p:tagLst xmlns:a="http://schemas.openxmlformats.org/drawingml/2006/main" xmlns:r="http://schemas.openxmlformats.org/officeDocument/2006/relationships" xmlns:p="http://schemas.openxmlformats.org/presentationml/2006/main">
  <p:tag name="NUM" val="5"/>
</p:tagLst>
</file>

<file path=ppt/tags/tag68.xml><?xml version="1.0" encoding="utf-8"?>
<p:tagLst xmlns:a="http://schemas.openxmlformats.org/drawingml/2006/main" xmlns:r="http://schemas.openxmlformats.org/officeDocument/2006/relationships" xmlns:p="http://schemas.openxmlformats.org/presentationml/2006/main">
  <p:tag name="NUM" val="3"/>
</p:tagLst>
</file>

<file path=ppt/tags/tag69.xml><?xml version="1.0" encoding="utf-8"?>
<p:tagLst xmlns:a="http://schemas.openxmlformats.org/drawingml/2006/main" xmlns:r="http://schemas.openxmlformats.org/officeDocument/2006/relationships" xmlns:p="http://schemas.openxmlformats.org/presentationml/2006/main">
  <p:tag name="NUM" val="4"/>
</p:tagLst>
</file>

<file path=ppt/tags/tag70.xml><?xml version="1.0" encoding="utf-8"?>
<p:tagLst xmlns:a="http://schemas.openxmlformats.org/drawingml/2006/main" xmlns:r="http://schemas.openxmlformats.org/officeDocument/2006/relationships" xmlns:p="http://schemas.openxmlformats.org/presentationml/2006/main">
  <p:tag name="NUM" val="5"/>
</p:tagLst>
</file>

<file path=ppt/tags/tag71.xml><?xml version="1.0" encoding="utf-8"?>
<p:tagLst xmlns:a="http://schemas.openxmlformats.org/drawingml/2006/main" xmlns:r="http://schemas.openxmlformats.org/officeDocument/2006/relationships" xmlns:p="http://schemas.openxmlformats.org/presentationml/2006/main">
  <p:tag name="NUM" val="6"/>
</p:tagLst>
</file>

<file path=ppt/tags/tag72.xml><?xml version="1.0" encoding="utf-8"?>
<p:tagLst xmlns:a="http://schemas.openxmlformats.org/drawingml/2006/main" xmlns:r="http://schemas.openxmlformats.org/officeDocument/2006/relationships" xmlns:p="http://schemas.openxmlformats.org/presentationml/2006/main">
  <p:tag name="NUM" val="1"/>
</p:tagLst>
</file>

<file path=ppt/tags/tag73.xml><?xml version="1.0" encoding="utf-8"?>
<p:tagLst xmlns:a="http://schemas.openxmlformats.org/drawingml/2006/main" xmlns:r="http://schemas.openxmlformats.org/officeDocument/2006/relationships" xmlns:p="http://schemas.openxmlformats.org/presentationml/2006/main">
  <p:tag name="NUM" val="2"/>
</p:tagLst>
</file>

<file path=ppt/tags/tag74.xml><?xml version="1.0" encoding="utf-8"?>
<p:tagLst xmlns:a="http://schemas.openxmlformats.org/drawingml/2006/main" xmlns:r="http://schemas.openxmlformats.org/officeDocument/2006/relationships" xmlns:p="http://schemas.openxmlformats.org/presentationml/2006/main">
  <p:tag name="NUM" val="3"/>
</p:tagLst>
</file>

<file path=ppt/tags/tag75.xml><?xml version="1.0" encoding="utf-8"?>
<p:tagLst xmlns:a="http://schemas.openxmlformats.org/drawingml/2006/main" xmlns:r="http://schemas.openxmlformats.org/officeDocument/2006/relationships" xmlns:p="http://schemas.openxmlformats.org/presentationml/2006/main">
  <p:tag name="NUM" val="5"/>
</p:tagLst>
</file>

<file path=ppt/tags/tag76.xml><?xml version="1.0" encoding="utf-8"?>
<p:tagLst xmlns:a="http://schemas.openxmlformats.org/drawingml/2006/main" xmlns:r="http://schemas.openxmlformats.org/officeDocument/2006/relationships" xmlns:p="http://schemas.openxmlformats.org/presentationml/2006/main">
  <p:tag name="NUM" val="1"/>
</p:tagLst>
</file>

<file path=ppt/tags/tag77.xml><?xml version="1.0" encoding="utf-8"?>
<p:tagLst xmlns:a="http://schemas.openxmlformats.org/drawingml/2006/main" xmlns:r="http://schemas.openxmlformats.org/officeDocument/2006/relationships" xmlns:p="http://schemas.openxmlformats.org/presentationml/2006/main">
  <p:tag name="NUM" val="2"/>
</p:tagLst>
</file>

<file path=ppt/tags/tag78.xml><?xml version="1.0" encoding="utf-8"?>
<p:tagLst xmlns:a="http://schemas.openxmlformats.org/drawingml/2006/main" xmlns:r="http://schemas.openxmlformats.org/officeDocument/2006/relationships" xmlns:p="http://schemas.openxmlformats.org/presentationml/2006/main">
  <p:tag name="NUM" val="3"/>
</p:tagLst>
</file>

<file path=ppt/tags/tag79.xml><?xml version="1.0" encoding="utf-8"?>
<p:tagLst xmlns:a="http://schemas.openxmlformats.org/drawingml/2006/main" xmlns:r="http://schemas.openxmlformats.org/officeDocument/2006/relationships" xmlns:p="http://schemas.openxmlformats.org/presentationml/2006/main">
  <p:tag name="NUM" val="4"/>
</p:tagLst>
</file>

<file path=ppt/tags/tag80.xml><?xml version="1.0" encoding="utf-8"?>
<p:tagLst xmlns:a="http://schemas.openxmlformats.org/drawingml/2006/main" xmlns:r="http://schemas.openxmlformats.org/officeDocument/2006/relationships" xmlns:p="http://schemas.openxmlformats.org/presentationml/2006/main">
  <p:tag name="NUM" val="1"/>
</p:tagLst>
</file>

<file path=ppt/tags/tag81.xml><?xml version="1.0" encoding="utf-8"?>
<p:tagLst xmlns:a="http://schemas.openxmlformats.org/drawingml/2006/main" xmlns:r="http://schemas.openxmlformats.org/officeDocument/2006/relationships" xmlns:p="http://schemas.openxmlformats.org/presentationml/2006/main">
  <p:tag name="NUM" val="2"/>
</p:tagLst>
</file>

<file path=ppt/tags/tag82.xml><?xml version="1.0" encoding="utf-8"?>
<p:tagLst xmlns:a="http://schemas.openxmlformats.org/drawingml/2006/main" xmlns:r="http://schemas.openxmlformats.org/officeDocument/2006/relationships" xmlns:p="http://schemas.openxmlformats.org/presentationml/2006/main">
  <p:tag name="NUM" val="3"/>
</p:tagLst>
</file>

<file path=ppt/tags/tag83.xml><?xml version="1.0" encoding="utf-8"?>
<p:tagLst xmlns:a="http://schemas.openxmlformats.org/drawingml/2006/main" xmlns:r="http://schemas.openxmlformats.org/officeDocument/2006/relationships" xmlns:p="http://schemas.openxmlformats.org/presentationml/2006/main">
  <p:tag name="NUM" val="4"/>
</p:tagLst>
</file>

<file path=ppt/tags/tag84.xml><?xml version="1.0" encoding="utf-8"?>
<p:tagLst xmlns:a="http://schemas.openxmlformats.org/drawingml/2006/main" xmlns:r="http://schemas.openxmlformats.org/officeDocument/2006/relationships" xmlns:p="http://schemas.openxmlformats.org/presentationml/2006/main">
  <p:tag name="NUM" val="1"/>
</p:tagLst>
</file>

<file path=ppt/tags/tag85.xml><?xml version="1.0" encoding="utf-8"?>
<p:tagLst xmlns:a="http://schemas.openxmlformats.org/drawingml/2006/main" xmlns:r="http://schemas.openxmlformats.org/officeDocument/2006/relationships" xmlns:p="http://schemas.openxmlformats.org/presentationml/2006/main">
  <p:tag name="NUM" val="2"/>
</p:tagLst>
</file>

<file path=ppt/tags/tag86.xml><?xml version="1.0" encoding="utf-8"?>
<p:tagLst xmlns:a="http://schemas.openxmlformats.org/drawingml/2006/main" xmlns:r="http://schemas.openxmlformats.org/officeDocument/2006/relationships" xmlns:p="http://schemas.openxmlformats.org/presentationml/2006/main">
  <p:tag name="NUM" val="3"/>
</p:tagLst>
</file>

<file path=ppt/tags/tag87.xml><?xml version="1.0" encoding="utf-8"?>
<p:tagLst xmlns:a="http://schemas.openxmlformats.org/drawingml/2006/main" xmlns:r="http://schemas.openxmlformats.org/officeDocument/2006/relationships" xmlns:p="http://schemas.openxmlformats.org/presentationml/2006/main">
  <p:tag name="NUM" val="4"/>
</p:tagLst>
</file>

<file path=ppt/tags/tag88.xml><?xml version="1.0" encoding="utf-8"?>
<p:tagLst xmlns:a="http://schemas.openxmlformats.org/drawingml/2006/main" xmlns:r="http://schemas.openxmlformats.org/officeDocument/2006/relationships" xmlns:p="http://schemas.openxmlformats.org/presentationml/2006/main">
  <p:tag name="NUM" val="5"/>
</p:tagLst>
</file>

<file path=ppt/tags/tag89.xml><?xml version="1.0" encoding="utf-8"?>
<p:tagLst xmlns:a="http://schemas.openxmlformats.org/drawingml/2006/main" xmlns:r="http://schemas.openxmlformats.org/officeDocument/2006/relationships" xmlns:p="http://schemas.openxmlformats.org/presentationml/2006/main">
  <p:tag name="NUM" val="1"/>
</p:tagLst>
</file>

<file path=ppt/tags/tag90.xml><?xml version="1.0" encoding="utf-8"?>
<p:tagLst xmlns:a="http://schemas.openxmlformats.org/drawingml/2006/main" xmlns:r="http://schemas.openxmlformats.org/officeDocument/2006/relationships" xmlns:p="http://schemas.openxmlformats.org/presentationml/2006/main">
  <p:tag name="NUM" val="2"/>
</p:tagLst>
</file>

<file path=ppt/tags/tag91.xml><?xml version="1.0" encoding="utf-8"?>
<p:tagLst xmlns:a="http://schemas.openxmlformats.org/drawingml/2006/main" xmlns:r="http://schemas.openxmlformats.org/officeDocument/2006/relationships" xmlns:p="http://schemas.openxmlformats.org/presentationml/2006/main">
  <p:tag name="NUM" val="3"/>
</p:tagLst>
</file>

<file path=ppt/tags/tag92.xml><?xml version="1.0" encoding="utf-8"?>
<p:tagLst xmlns:a="http://schemas.openxmlformats.org/drawingml/2006/main" xmlns:r="http://schemas.openxmlformats.org/officeDocument/2006/relationships" xmlns:p="http://schemas.openxmlformats.org/presentationml/2006/main">
  <p:tag name="NUM" val="4"/>
</p:tagLst>
</file>

<file path=ppt/tags/tag93.xml><?xml version="1.0" encoding="utf-8"?>
<p:tagLst xmlns:a="http://schemas.openxmlformats.org/drawingml/2006/main" xmlns:r="http://schemas.openxmlformats.org/officeDocument/2006/relationships" xmlns:p="http://schemas.openxmlformats.org/presentationml/2006/main">
  <p:tag name="NUM" val="5"/>
</p:tagLst>
</file>

<file path=ppt/tags/tag94.xml><?xml version="1.0" encoding="utf-8"?>
<p:tagLst xmlns:a="http://schemas.openxmlformats.org/drawingml/2006/main" xmlns:r="http://schemas.openxmlformats.org/officeDocument/2006/relationships" xmlns:p="http://schemas.openxmlformats.org/presentationml/2006/main">
  <p:tag name="NUM" val="1"/>
</p:tagLst>
</file>

<file path=ppt/tags/tag95.xml><?xml version="1.0" encoding="utf-8"?>
<p:tagLst xmlns:a="http://schemas.openxmlformats.org/drawingml/2006/main" xmlns:r="http://schemas.openxmlformats.org/officeDocument/2006/relationships" xmlns:p="http://schemas.openxmlformats.org/presentationml/2006/main">
  <p:tag name="NUM" val="2"/>
</p:tagLst>
</file>

<file path=ppt/tags/tag96.xml><?xml version="1.0" encoding="utf-8"?>
<p:tagLst xmlns:a="http://schemas.openxmlformats.org/drawingml/2006/main" xmlns:r="http://schemas.openxmlformats.org/officeDocument/2006/relationships" xmlns:p="http://schemas.openxmlformats.org/presentationml/2006/main">
  <p:tag name="NUM" val="3"/>
</p:tagLst>
</file>

<file path=ppt/tags/tag97.xml><?xml version="1.0" encoding="utf-8"?>
<p:tagLst xmlns:a="http://schemas.openxmlformats.org/drawingml/2006/main" xmlns:r="http://schemas.openxmlformats.org/officeDocument/2006/relationships" xmlns:p="http://schemas.openxmlformats.org/presentationml/2006/main">
  <p:tag name="NUM" val="4"/>
</p:tagLst>
</file>

<file path=ppt/tags/tag98.xml><?xml version="1.0" encoding="utf-8"?>
<p:tagLst xmlns:a="http://schemas.openxmlformats.org/drawingml/2006/main" xmlns:r="http://schemas.openxmlformats.org/officeDocument/2006/relationships" xmlns:p="http://schemas.openxmlformats.org/presentationml/2006/main">
  <p:tag name="NUM" val="5"/>
</p:tagLst>
</file>

<file path=ppt/tags/tag99.xml><?xml version="1.0" encoding="utf-8"?>
<p:tagLst xmlns:a="http://schemas.openxmlformats.org/drawingml/2006/main" xmlns:r="http://schemas.openxmlformats.org/officeDocument/2006/relationships" xmlns:p="http://schemas.openxmlformats.org/presentationml/2006/main">
  <p:tag name="NUM" val="6"/>
</p:tagLst>
</file>

<file path=ppt/tags/tag100.xml><?xml version="1.0" encoding="utf-8"?>
<p:tagLst xmlns:a="http://schemas.openxmlformats.org/drawingml/2006/main" xmlns:r="http://schemas.openxmlformats.org/officeDocument/2006/relationships" xmlns:p="http://schemas.openxmlformats.org/presentationml/2006/main">
  <p:tag name="NUM" val="7"/>
</p:tagLst>
</file>

<file path=ppt/tags/tag101.xml><?xml version="1.0" encoding="utf-8"?>
<p:tagLst xmlns:a="http://schemas.openxmlformats.org/drawingml/2006/main" xmlns:r="http://schemas.openxmlformats.org/officeDocument/2006/relationships" xmlns:p="http://schemas.openxmlformats.org/presentationml/2006/main">
  <p:tag name="NUM" val="8"/>
</p:tagLst>
</file>

<file path=ppt/tags/tag102.xml><?xml version="1.0" encoding="utf-8"?>
<p:tagLst xmlns:a="http://schemas.openxmlformats.org/drawingml/2006/main" xmlns:r="http://schemas.openxmlformats.org/officeDocument/2006/relationships" xmlns:p="http://schemas.openxmlformats.org/presentationml/2006/main">
  <p:tag name="NUM" val="1"/>
</p:tagLst>
</file>

<file path=ppt/tags/tag103.xml><?xml version="1.0" encoding="utf-8"?>
<p:tagLst xmlns:a="http://schemas.openxmlformats.org/drawingml/2006/main" xmlns:r="http://schemas.openxmlformats.org/officeDocument/2006/relationships" xmlns:p="http://schemas.openxmlformats.org/presentationml/2006/main">
  <p:tag name="NUM" val="2"/>
</p:tagLst>
</file>

<file path=ppt/tags/tag104.xml><?xml version="1.0" encoding="utf-8"?>
<p:tagLst xmlns:a="http://schemas.openxmlformats.org/drawingml/2006/main" xmlns:r="http://schemas.openxmlformats.org/officeDocument/2006/relationships" xmlns:p="http://schemas.openxmlformats.org/presentationml/2006/main">
  <p:tag name="NUM" val="3"/>
</p:tagLst>
</file>

<file path=ppt/tags/tag105.xml><?xml version="1.0" encoding="utf-8"?>
<p:tagLst xmlns:a="http://schemas.openxmlformats.org/drawingml/2006/main" xmlns:r="http://schemas.openxmlformats.org/officeDocument/2006/relationships" xmlns:p="http://schemas.openxmlformats.org/presentationml/2006/main">
  <p:tag name="NUM" val="4"/>
</p:tagLst>
</file>

<file path=ppt/tags/tag106.xml><?xml version="1.0" encoding="utf-8"?>
<p:tagLst xmlns:a="http://schemas.openxmlformats.org/drawingml/2006/main" xmlns:r="http://schemas.openxmlformats.org/officeDocument/2006/relationships" xmlns:p="http://schemas.openxmlformats.org/presentationml/2006/main">
  <p:tag name="NUM" val="5"/>
</p:tagLst>
</file>

<file path=ppt/tags/tag107.xml><?xml version="1.0" encoding="utf-8"?>
<p:tagLst xmlns:a="http://schemas.openxmlformats.org/drawingml/2006/main" xmlns:r="http://schemas.openxmlformats.org/officeDocument/2006/relationships" xmlns:p="http://schemas.openxmlformats.org/presentationml/2006/main">
  <p:tag name="NUM" val="6"/>
</p:tagLst>
</file>

<file path=ppt/tags/tag108.xml><?xml version="1.0" encoding="utf-8"?>
<p:tagLst xmlns:a="http://schemas.openxmlformats.org/drawingml/2006/main" xmlns:r="http://schemas.openxmlformats.org/officeDocument/2006/relationships" xmlns:p="http://schemas.openxmlformats.org/presentationml/2006/main">
  <p:tag name="NUM" val="7"/>
</p:tagLst>
</file>

<file path=ppt/tags/tag109.xml><?xml version="1.0" encoding="utf-8"?>
<p:tagLst xmlns:a="http://schemas.openxmlformats.org/drawingml/2006/main" xmlns:r="http://schemas.openxmlformats.org/officeDocument/2006/relationships" xmlns:p="http://schemas.openxmlformats.org/presentationml/2006/main">
  <p:tag name="NUM" val="8"/>
</p:tagLst>
</file>

<file path=ppt/tags/tag110.xml><?xml version="1.0" encoding="utf-8"?>
<p:tagLst xmlns:a="http://schemas.openxmlformats.org/drawingml/2006/main" xmlns:r="http://schemas.openxmlformats.org/officeDocument/2006/relationships" xmlns:p="http://schemas.openxmlformats.org/presentationml/2006/main">
  <p:tag name="NUM" val="1"/>
</p:tagLst>
</file>

<file path=ppt/tags/tag111.xml><?xml version="1.0" encoding="utf-8"?>
<p:tagLst xmlns:a="http://schemas.openxmlformats.org/drawingml/2006/main" xmlns:r="http://schemas.openxmlformats.org/officeDocument/2006/relationships" xmlns:p="http://schemas.openxmlformats.org/presentationml/2006/main">
  <p:tag name="NUM" val="2"/>
</p:tagLst>
</file>

<file path=ppt/tags/tag112.xml><?xml version="1.0" encoding="utf-8"?>
<p:tagLst xmlns:a="http://schemas.openxmlformats.org/drawingml/2006/main" xmlns:r="http://schemas.openxmlformats.org/officeDocument/2006/relationships" xmlns:p="http://schemas.openxmlformats.org/presentationml/2006/main">
  <p:tag name="NUM" val="3"/>
</p:tagLst>
</file>

<file path=ppt/tags/tag113.xml><?xml version="1.0" encoding="utf-8"?>
<p:tagLst xmlns:a="http://schemas.openxmlformats.org/drawingml/2006/main" xmlns:r="http://schemas.openxmlformats.org/officeDocument/2006/relationships" xmlns:p="http://schemas.openxmlformats.org/presentationml/2006/main">
  <p:tag name="NUM" val="4"/>
</p:tagLst>
</file>

<file path=ppt/tags/tag114.xml><?xml version="1.0" encoding="utf-8"?>
<p:tagLst xmlns:a="http://schemas.openxmlformats.org/drawingml/2006/main" xmlns:r="http://schemas.openxmlformats.org/officeDocument/2006/relationships" xmlns:p="http://schemas.openxmlformats.org/presentationml/2006/main">
  <p:tag name="NUM" val="1"/>
</p:tagLst>
</file>

<file path=ppt/tags/tag115.xml><?xml version="1.0" encoding="utf-8"?>
<p:tagLst xmlns:a="http://schemas.openxmlformats.org/drawingml/2006/main" xmlns:r="http://schemas.openxmlformats.org/officeDocument/2006/relationships" xmlns:p="http://schemas.openxmlformats.org/presentationml/2006/main">
  <p:tag name="NUM" val="2"/>
</p:tagLst>
</file>

<file path=ppt/tags/tag116.xml><?xml version="1.0" encoding="utf-8"?>
<p:tagLst xmlns:a="http://schemas.openxmlformats.org/drawingml/2006/main" xmlns:r="http://schemas.openxmlformats.org/officeDocument/2006/relationships" xmlns:p="http://schemas.openxmlformats.org/presentationml/2006/main">
  <p:tag name="NUM" val="3"/>
</p:tagLst>
</file>

<file path=ppt/tags/tag117.xml><?xml version="1.0" encoding="utf-8"?>
<p:tagLst xmlns:a="http://schemas.openxmlformats.org/drawingml/2006/main" xmlns:r="http://schemas.openxmlformats.org/officeDocument/2006/relationships" xmlns:p="http://schemas.openxmlformats.org/presentationml/2006/main">
  <p:tag name="NUM" val="1"/>
</p:tagLst>
</file>

<file path=ppt/tags/tag118.xml><?xml version="1.0" encoding="utf-8"?>
<p:tagLst xmlns:a="http://schemas.openxmlformats.org/drawingml/2006/main" xmlns:r="http://schemas.openxmlformats.org/officeDocument/2006/relationships" xmlns:p="http://schemas.openxmlformats.org/presentationml/2006/main">
  <p:tag name="NUM" val="2"/>
</p:tagLst>
</file>

<file path=ppt/tags/tag119.xml><?xml version="1.0" encoding="utf-8"?>
<p:tagLst xmlns:a="http://schemas.openxmlformats.org/drawingml/2006/main" xmlns:r="http://schemas.openxmlformats.org/officeDocument/2006/relationships" xmlns:p="http://schemas.openxmlformats.org/presentationml/2006/main">
  <p:tag name="NUM" val="3"/>
</p:tagLst>
</file>

<file path=ppt/tags/tag120.xml><?xml version="1.0" encoding="utf-8"?>
<p:tagLst xmlns:a="http://schemas.openxmlformats.org/drawingml/2006/main" xmlns:r="http://schemas.openxmlformats.org/officeDocument/2006/relationships" xmlns:p="http://schemas.openxmlformats.org/presentationml/2006/main">
  <p:tag name="NUM" val="4"/>
</p:tagLst>
</file>

<file path=ppt/tags/tag121.xml><?xml version="1.0" encoding="utf-8"?>
<p:tagLst xmlns:a="http://schemas.openxmlformats.org/drawingml/2006/main" xmlns:r="http://schemas.openxmlformats.org/officeDocument/2006/relationships" xmlns:p="http://schemas.openxmlformats.org/presentationml/2006/main">
  <p:tag name="NUM" val="5"/>
</p:tagLst>
</file>

<file path=ppt/tags/tag122.xml><?xml version="1.0" encoding="utf-8"?>
<p:tagLst xmlns:a="http://schemas.openxmlformats.org/drawingml/2006/main" xmlns:r="http://schemas.openxmlformats.org/officeDocument/2006/relationships" xmlns:p="http://schemas.openxmlformats.org/presentationml/2006/main">
  <p:tag name="NUM" val="1"/>
</p:tagLst>
</file>

<file path=ppt/tags/tag123.xml><?xml version="1.0" encoding="utf-8"?>
<p:tagLst xmlns:a="http://schemas.openxmlformats.org/drawingml/2006/main" xmlns:r="http://schemas.openxmlformats.org/officeDocument/2006/relationships" xmlns:p="http://schemas.openxmlformats.org/presentationml/2006/main">
  <p:tag name="NUM" val="2"/>
</p:tagLst>
</file>

<file path=ppt/tags/tag124.xml><?xml version="1.0" encoding="utf-8"?>
<p:tagLst xmlns:a="http://schemas.openxmlformats.org/drawingml/2006/main" xmlns:r="http://schemas.openxmlformats.org/officeDocument/2006/relationships" xmlns:p="http://schemas.openxmlformats.org/presentationml/2006/main">
  <p:tag name="NUM" val="3"/>
</p:tagLst>
</file>

<file path=ppt/tags/tag125.xml><?xml version="1.0" encoding="utf-8"?>
<p:tagLst xmlns:a="http://schemas.openxmlformats.org/drawingml/2006/main" xmlns:r="http://schemas.openxmlformats.org/officeDocument/2006/relationships" xmlns:p="http://schemas.openxmlformats.org/presentationml/2006/main">
  <p:tag name="NUM" val="4"/>
</p:tagLst>
</file>

<file path=ppt/tags/tag126.xml><?xml version="1.0" encoding="utf-8"?>
<p:tagLst xmlns:a="http://schemas.openxmlformats.org/drawingml/2006/main" xmlns:r="http://schemas.openxmlformats.org/officeDocument/2006/relationships" xmlns:p="http://schemas.openxmlformats.org/presentationml/2006/main">
  <p:tag name="NUM" val="5"/>
</p:tagLst>
</file>

<file path=ppt/tags/tag127.xml><?xml version="1.0" encoding="utf-8"?>
<p:tagLst xmlns:a="http://schemas.openxmlformats.org/drawingml/2006/main" xmlns:r="http://schemas.openxmlformats.org/officeDocument/2006/relationships" xmlns:p="http://schemas.openxmlformats.org/presentationml/2006/main">
  <p:tag name="NUM" val="6"/>
</p:tagLst>
</file>

<file path=ppt/tags/tag128.xml><?xml version="1.0" encoding="utf-8"?>
<p:tagLst xmlns:a="http://schemas.openxmlformats.org/drawingml/2006/main" xmlns:r="http://schemas.openxmlformats.org/officeDocument/2006/relationships" xmlns:p="http://schemas.openxmlformats.org/presentationml/2006/main">
  <p:tag name="NUM" val="8"/>
</p:tagLst>
</file>

<file path=ppt/tags/tag129.xml><?xml version="1.0" encoding="utf-8"?>
<p:tagLst xmlns:a="http://schemas.openxmlformats.org/drawingml/2006/main" xmlns:r="http://schemas.openxmlformats.org/officeDocument/2006/relationships" xmlns:p="http://schemas.openxmlformats.org/presentationml/2006/main">
  <p:tag name="NUM" val="9"/>
</p:tagLst>
</file>

<file path=ppt/tags/tag130.xml><?xml version="1.0" encoding="utf-8"?>
<p:tagLst xmlns:a="http://schemas.openxmlformats.org/drawingml/2006/main" xmlns:r="http://schemas.openxmlformats.org/officeDocument/2006/relationships" xmlns:p="http://schemas.openxmlformats.org/presentationml/2006/main">
  <p:tag name="NUM" val="1"/>
</p:tagLst>
</file>

<file path=ppt/tags/tag131.xml><?xml version="1.0" encoding="utf-8"?>
<p:tagLst xmlns:a="http://schemas.openxmlformats.org/drawingml/2006/main" xmlns:r="http://schemas.openxmlformats.org/officeDocument/2006/relationships" xmlns:p="http://schemas.openxmlformats.org/presentationml/2006/main">
  <p:tag name="NUM" val="2"/>
</p:tagLst>
</file>

<file path=ppt/tags/tag132.xml><?xml version="1.0" encoding="utf-8"?>
<p:tagLst xmlns:a="http://schemas.openxmlformats.org/drawingml/2006/main" xmlns:r="http://schemas.openxmlformats.org/officeDocument/2006/relationships" xmlns:p="http://schemas.openxmlformats.org/presentationml/2006/main">
  <p:tag name="NUM" val="3"/>
</p:tagLst>
</file>

<file path=ppt/tags/tag133.xml><?xml version="1.0" encoding="utf-8"?>
<p:tagLst xmlns:a="http://schemas.openxmlformats.org/drawingml/2006/main" xmlns:r="http://schemas.openxmlformats.org/officeDocument/2006/relationships" xmlns:p="http://schemas.openxmlformats.org/presentationml/2006/main">
  <p:tag name="NUM" val="4"/>
</p:tagLst>
</file>

<file path=ppt/tags/tag134.xml><?xml version="1.0" encoding="utf-8"?>
<p:tagLst xmlns:a="http://schemas.openxmlformats.org/drawingml/2006/main" xmlns:r="http://schemas.openxmlformats.org/officeDocument/2006/relationships" xmlns:p="http://schemas.openxmlformats.org/presentationml/2006/main">
  <p:tag name="NUM" val="5"/>
</p:tagLst>
</file>

<file path=ppt/tags/tag135.xml><?xml version="1.0" encoding="utf-8"?>
<p:tagLst xmlns:a="http://schemas.openxmlformats.org/drawingml/2006/main" xmlns:r="http://schemas.openxmlformats.org/officeDocument/2006/relationships" xmlns:p="http://schemas.openxmlformats.org/presentationml/2006/main">
  <p:tag name="NUM" val="1"/>
</p:tagLst>
</file>

<file path=ppt/tags/tag136.xml><?xml version="1.0" encoding="utf-8"?>
<p:tagLst xmlns:a="http://schemas.openxmlformats.org/drawingml/2006/main" xmlns:r="http://schemas.openxmlformats.org/officeDocument/2006/relationships" xmlns:p="http://schemas.openxmlformats.org/presentationml/2006/main">
  <p:tag name="NUM" val="2"/>
</p:tagLst>
</file>

<file path=ppt/tags/tag137.xml><?xml version="1.0" encoding="utf-8"?>
<p:tagLst xmlns:a="http://schemas.openxmlformats.org/drawingml/2006/main" xmlns:r="http://schemas.openxmlformats.org/officeDocument/2006/relationships" xmlns:p="http://schemas.openxmlformats.org/presentationml/2006/main">
  <p:tag name="NUM" val="3"/>
</p:tagLst>
</file>

<file path=ppt/tags/tag138.xml><?xml version="1.0" encoding="utf-8"?>
<p:tagLst xmlns:a="http://schemas.openxmlformats.org/drawingml/2006/main" xmlns:r="http://schemas.openxmlformats.org/officeDocument/2006/relationships" xmlns:p="http://schemas.openxmlformats.org/presentationml/2006/main">
  <p:tag name="NUM" val="4"/>
</p:tagLst>
</file>

<file path=ppt/tags/tag139.xml><?xml version="1.0" encoding="utf-8"?>
<p:tagLst xmlns:a="http://schemas.openxmlformats.org/drawingml/2006/main" xmlns:r="http://schemas.openxmlformats.org/officeDocument/2006/relationships" xmlns:p="http://schemas.openxmlformats.org/presentationml/2006/main">
  <p:tag name="NUM" val="5"/>
</p:tagLst>
</file>

<file path=ppt/tags/tag140.xml><?xml version="1.0" encoding="utf-8"?>
<p:tagLst xmlns:a="http://schemas.openxmlformats.org/drawingml/2006/main" xmlns:r="http://schemas.openxmlformats.org/officeDocument/2006/relationships" xmlns:p="http://schemas.openxmlformats.org/presentationml/2006/main">
  <p:tag name="NUM" val="1"/>
</p:tagLst>
</file>

<file path=ppt/tags/tag141.xml><?xml version="1.0" encoding="utf-8"?>
<p:tagLst xmlns:a="http://schemas.openxmlformats.org/drawingml/2006/main" xmlns:r="http://schemas.openxmlformats.org/officeDocument/2006/relationships" xmlns:p="http://schemas.openxmlformats.org/presentationml/2006/main">
  <p:tag name="NUM" val="2"/>
</p:tagLst>
</file>

<file path=ppt/tags/tag142.xml><?xml version="1.0" encoding="utf-8"?>
<p:tagLst xmlns:a="http://schemas.openxmlformats.org/drawingml/2006/main" xmlns:r="http://schemas.openxmlformats.org/officeDocument/2006/relationships" xmlns:p="http://schemas.openxmlformats.org/presentationml/2006/main">
  <p:tag name="NUM" val="3"/>
</p:tagLst>
</file>

<file path=ppt/tags/tag143.xml><?xml version="1.0" encoding="utf-8"?>
<p:tagLst xmlns:a="http://schemas.openxmlformats.org/drawingml/2006/main" xmlns:r="http://schemas.openxmlformats.org/officeDocument/2006/relationships" xmlns:p="http://schemas.openxmlformats.org/presentationml/2006/main">
  <p:tag name="NUM" val="4"/>
</p:tagLst>
</file>

<file path=ppt/tags/tag144.xml><?xml version="1.0" encoding="utf-8"?>
<p:tagLst xmlns:a="http://schemas.openxmlformats.org/drawingml/2006/main" xmlns:r="http://schemas.openxmlformats.org/officeDocument/2006/relationships" xmlns:p="http://schemas.openxmlformats.org/presentationml/2006/main">
  <p:tag name="NUM" val="5"/>
</p:tagLst>
</file>

<file path=ppt/tags/tag145.xml><?xml version="1.0" encoding="utf-8"?>
<p:tagLst xmlns:a="http://schemas.openxmlformats.org/drawingml/2006/main" xmlns:r="http://schemas.openxmlformats.org/officeDocument/2006/relationships" xmlns:p="http://schemas.openxmlformats.org/presentationml/2006/main">
  <p:tag name="NUM" val="7"/>
</p:tagLst>
</file>

<file path=ppt/tags/tag146.xml><?xml version="1.0" encoding="utf-8"?>
<p:tagLst xmlns:a="http://schemas.openxmlformats.org/drawingml/2006/main" xmlns:r="http://schemas.openxmlformats.org/officeDocument/2006/relationships" xmlns:p="http://schemas.openxmlformats.org/presentationml/2006/main">
  <p:tag name="NUM" val="1"/>
</p:tagLst>
</file>

<file path=ppt/tags/tag147.xml><?xml version="1.0" encoding="utf-8"?>
<p:tagLst xmlns:a="http://schemas.openxmlformats.org/drawingml/2006/main" xmlns:r="http://schemas.openxmlformats.org/officeDocument/2006/relationships" xmlns:p="http://schemas.openxmlformats.org/presentationml/2006/main">
  <p:tag name="NUM" val="2"/>
</p:tagLst>
</file>

<file path=ppt/tags/tag148.xml><?xml version="1.0" encoding="utf-8"?>
<p:tagLst xmlns:a="http://schemas.openxmlformats.org/drawingml/2006/main" xmlns:r="http://schemas.openxmlformats.org/officeDocument/2006/relationships" xmlns:p="http://schemas.openxmlformats.org/presentationml/2006/main">
  <p:tag name="NUM" val="5"/>
</p:tagLst>
</file>

<file path=ppt/tags/tag149.xml><?xml version="1.0" encoding="utf-8"?>
<p:tagLst xmlns:a="http://schemas.openxmlformats.org/drawingml/2006/main" xmlns:r="http://schemas.openxmlformats.org/officeDocument/2006/relationships" xmlns:p="http://schemas.openxmlformats.org/presentationml/2006/main">
  <p:tag name="NUM" val="6"/>
</p:tagLst>
</file>

<file path=ppt/tags/tag150.xml><?xml version="1.0" encoding="utf-8"?>
<p:tagLst xmlns:a="http://schemas.openxmlformats.org/drawingml/2006/main" xmlns:r="http://schemas.openxmlformats.org/officeDocument/2006/relationships" xmlns:p="http://schemas.openxmlformats.org/presentationml/2006/main">
  <p:tag name="NUM" val="1"/>
</p:tagLst>
</file>

<file path=ppt/tags/tag151.xml><?xml version="1.0" encoding="utf-8"?>
<p:tagLst xmlns:a="http://schemas.openxmlformats.org/drawingml/2006/main" xmlns:r="http://schemas.openxmlformats.org/officeDocument/2006/relationships" xmlns:p="http://schemas.openxmlformats.org/presentationml/2006/main">
  <p:tag name="NUM" val="2"/>
</p:tagLst>
</file>

<file path=ppt/tags/tag152.xml><?xml version="1.0" encoding="utf-8"?>
<p:tagLst xmlns:a="http://schemas.openxmlformats.org/drawingml/2006/main" xmlns:r="http://schemas.openxmlformats.org/officeDocument/2006/relationships" xmlns:p="http://schemas.openxmlformats.org/presentationml/2006/main">
  <p:tag name="NUM" val="3"/>
</p:tagLst>
</file>

<file path=ppt/tags/tag153.xml><?xml version="1.0" encoding="utf-8"?>
<p:tagLst xmlns:a="http://schemas.openxmlformats.org/drawingml/2006/main" xmlns:r="http://schemas.openxmlformats.org/officeDocument/2006/relationships" xmlns:p="http://schemas.openxmlformats.org/presentationml/2006/main">
  <p:tag name="NUM" val="4"/>
</p:tagLst>
</file>

<file path=ppt/tags/tag154.xml><?xml version="1.0" encoding="utf-8"?>
<p:tagLst xmlns:a="http://schemas.openxmlformats.org/drawingml/2006/main" xmlns:r="http://schemas.openxmlformats.org/officeDocument/2006/relationships" xmlns:p="http://schemas.openxmlformats.org/presentationml/2006/main">
  <p:tag name="NUM" val="1"/>
</p:tagLst>
</file>

<file path=ppt/tags/tag155.xml><?xml version="1.0" encoding="utf-8"?>
<p:tagLst xmlns:a="http://schemas.openxmlformats.org/drawingml/2006/main" xmlns:r="http://schemas.openxmlformats.org/officeDocument/2006/relationships" xmlns:p="http://schemas.openxmlformats.org/presentationml/2006/main">
  <p:tag name="NUM" val="2"/>
</p:tagLst>
</file>

<file path=ppt/tags/tag156.xml><?xml version="1.0" encoding="utf-8"?>
<p:tagLst xmlns:a="http://schemas.openxmlformats.org/drawingml/2006/main" xmlns:r="http://schemas.openxmlformats.org/officeDocument/2006/relationships" xmlns:p="http://schemas.openxmlformats.org/presentationml/2006/main">
  <p:tag name="NUM" val="3"/>
</p:tagLst>
</file>

<file path=ppt/tags/tag157.xml><?xml version="1.0" encoding="utf-8"?>
<p:tagLst xmlns:a="http://schemas.openxmlformats.org/drawingml/2006/main" xmlns:r="http://schemas.openxmlformats.org/officeDocument/2006/relationships" xmlns:p="http://schemas.openxmlformats.org/presentationml/2006/main">
  <p:tag name="NUM" val="4"/>
</p:tagLst>
</file>

<file path=ppt/tags/tag158.xml><?xml version="1.0" encoding="utf-8"?>
<p:tagLst xmlns:a="http://schemas.openxmlformats.org/drawingml/2006/main" xmlns:r="http://schemas.openxmlformats.org/officeDocument/2006/relationships" xmlns:p="http://schemas.openxmlformats.org/presentationml/2006/main">
  <p:tag name="NUM" val="1"/>
</p:tagLst>
</file>

<file path=ppt/tags/tag159.xml><?xml version="1.0" encoding="utf-8"?>
<p:tagLst xmlns:a="http://schemas.openxmlformats.org/drawingml/2006/main" xmlns:r="http://schemas.openxmlformats.org/officeDocument/2006/relationships" xmlns:p="http://schemas.openxmlformats.org/presentationml/2006/main">
  <p:tag name="NUM" val="2"/>
</p:tagLst>
</file>

<file path=ppt/tags/tag160.xml><?xml version="1.0" encoding="utf-8"?>
<p:tagLst xmlns:a="http://schemas.openxmlformats.org/drawingml/2006/main" xmlns:r="http://schemas.openxmlformats.org/officeDocument/2006/relationships" xmlns:p="http://schemas.openxmlformats.org/presentationml/2006/main">
  <p:tag name="NUM" val="3"/>
</p:tagLst>
</file>

<file path=ppt/tags/tag161.xml><?xml version="1.0" encoding="utf-8"?>
<p:tagLst xmlns:a="http://schemas.openxmlformats.org/drawingml/2006/main" xmlns:r="http://schemas.openxmlformats.org/officeDocument/2006/relationships" xmlns:p="http://schemas.openxmlformats.org/presentationml/2006/main">
  <p:tag name="NUM" val="4"/>
</p:tagLst>
</file>

<file path=ppt/tags/tag162.xml><?xml version="1.0" encoding="utf-8"?>
<p:tagLst xmlns:a="http://schemas.openxmlformats.org/drawingml/2006/main" xmlns:r="http://schemas.openxmlformats.org/officeDocument/2006/relationships" xmlns:p="http://schemas.openxmlformats.org/presentationml/2006/main">
  <p:tag name="NUM" val="5"/>
</p:tagLst>
</file>

<file path=ppt/tags/tag163.xml><?xml version="1.0" encoding="utf-8"?>
<p:tagLst xmlns:a="http://schemas.openxmlformats.org/drawingml/2006/main" xmlns:r="http://schemas.openxmlformats.org/officeDocument/2006/relationships" xmlns:p="http://schemas.openxmlformats.org/presentationml/2006/main">
  <p:tag name="NUM" val="1"/>
</p:tagLst>
</file>

<file path=ppt/tags/tag164.xml><?xml version="1.0" encoding="utf-8"?>
<p:tagLst xmlns:a="http://schemas.openxmlformats.org/drawingml/2006/main" xmlns:r="http://schemas.openxmlformats.org/officeDocument/2006/relationships" xmlns:p="http://schemas.openxmlformats.org/presentationml/2006/main">
  <p:tag name="NUM" val="2"/>
</p:tagLst>
</file>

<file path=ppt/tags/tag165.xml><?xml version="1.0" encoding="utf-8"?>
<p:tagLst xmlns:a="http://schemas.openxmlformats.org/drawingml/2006/main" xmlns:r="http://schemas.openxmlformats.org/officeDocument/2006/relationships" xmlns:p="http://schemas.openxmlformats.org/presentationml/2006/main">
  <p:tag name="NUM" val="3"/>
</p:tagLst>
</file>

<file path=ppt/tags/tag166.xml><?xml version="1.0" encoding="utf-8"?>
<p:tagLst xmlns:a="http://schemas.openxmlformats.org/drawingml/2006/main" xmlns:r="http://schemas.openxmlformats.org/officeDocument/2006/relationships" xmlns:p="http://schemas.openxmlformats.org/presentationml/2006/main">
  <p:tag name="NUM" val="4"/>
</p:tagLst>
</file>

<file path=ppt/tags/tag167.xml><?xml version="1.0" encoding="utf-8"?>
<p:tagLst xmlns:a="http://schemas.openxmlformats.org/drawingml/2006/main" xmlns:r="http://schemas.openxmlformats.org/officeDocument/2006/relationships" xmlns:p="http://schemas.openxmlformats.org/presentationml/2006/main">
  <p:tag name="NUM" val="5"/>
</p:tagLst>
</file>

<file path=ppt/tags/tag168.xml><?xml version="1.0" encoding="utf-8"?>
<p:tagLst xmlns:a="http://schemas.openxmlformats.org/drawingml/2006/main" xmlns:r="http://schemas.openxmlformats.org/officeDocument/2006/relationships" xmlns:p="http://schemas.openxmlformats.org/presentationml/2006/main">
  <p:tag name="NUM" val="1"/>
</p:tagLst>
</file>

<file path=ppt/tags/tag169.xml><?xml version="1.0" encoding="utf-8"?>
<p:tagLst xmlns:a="http://schemas.openxmlformats.org/drawingml/2006/main" xmlns:r="http://schemas.openxmlformats.org/officeDocument/2006/relationships" xmlns:p="http://schemas.openxmlformats.org/presentationml/2006/main">
  <p:tag name="NUM" val="2"/>
</p:tagLst>
</file>

<file path=ppt/tags/tag170.xml><?xml version="1.0" encoding="utf-8"?>
<p:tagLst xmlns:a="http://schemas.openxmlformats.org/drawingml/2006/main" xmlns:r="http://schemas.openxmlformats.org/officeDocument/2006/relationships" xmlns:p="http://schemas.openxmlformats.org/presentationml/2006/main">
  <p:tag name="NUM" val="3"/>
</p:tagLst>
</file>

<file path=ppt/tags/tag171.xml><?xml version="1.0" encoding="utf-8"?>
<p:tagLst xmlns:a="http://schemas.openxmlformats.org/drawingml/2006/main" xmlns:r="http://schemas.openxmlformats.org/officeDocument/2006/relationships" xmlns:p="http://schemas.openxmlformats.org/presentationml/2006/main">
  <p:tag name="NUM" val="1"/>
</p:tagLst>
</file>

<file path=ppt/tags/tag172.xml><?xml version="1.0" encoding="utf-8"?>
<p:tagLst xmlns:a="http://schemas.openxmlformats.org/drawingml/2006/main" xmlns:r="http://schemas.openxmlformats.org/officeDocument/2006/relationships" xmlns:p="http://schemas.openxmlformats.org/presentationml/2006/main">
  <p:tag name="NUM" val="2"/>
</p:tagLst>
</file>

<file path=ppt/tags/tag173.xml><?xml version="1.0" encoding="utf-8"?>
<p:tagLst xmlns:a="http://schemas.openxmlformats.org/drawingml/2006/main" xmlns:r="http://schemas.openxmlformats.org/officeDocument/2006/relationships" xmlns:p="http://schemas.openxmlformats.org/presentationml/2006/main">
  <p:tag name="NUM" val="3"/>
</p:tagLst>
</file>

<file path=ppt/tags/tag174.xml><?xml version="1.0" encoding="utf-8"?>
<p:tagLst xmlns:a="http://schemas.openxmlformats.org/drawingml/2006/main" xmlns:r="http://schemas.openxmlformats.org/officeDocument/2006/relationships" xmlns:p="http://schemas.openxmlformats.org/presentationml/2006/main">
  <p:tag name="NUM" val="1"/>
</p:tagLst>
</file>

<file path=ppt/tags/tag175.xml><?xml version="1.0" encoding="utf-8"?>
<p:tagLst xmlns:a="http://schemas.openxmlformats.org/drawingml/2006/main" xmlns:r="http://schemas.openxmlformats.org/officeDocument/2006/relationships" xmlns:p="http://schemas.openxmlformats.org/presentationml/2006/main">
  <p:tag name="NUM" val="2"/>
</p:tagLst>
</file>

<file path=ppt/tags/tag176.xml><?xml version="1.0" encoding="utf-8"?>
<p:tagLst xmlns:a="http://schemas.openxmlformats.org/drawingml/2006/main" xmlns:r="http://schemas.openxmlformats.org/officeDocument/2006/relationships" xmlns:p="http://schemas.openxmlformats.org/presentationml/2006/main">
  <p:tag name="NUM" val="3"/>
</p:tagLst>
</file>

<file path=ppt/tags/tag177.xml><?xml version="1.0" encoding="utf-8"?>
<p:tagLst xmlns:a="http://schemas.openxmlformats.org/drawingml/2006/main" xmlns:r="http://schemas.openxmlformats.org/officeDocument/2006/relationships" xmlns:p="http://schemas.openxmlformats.org/presentationml/2006/main">
  <p:tag name="NUM" val="4"/>
</p:tagLst>
</file>

<file path=ppt/tags/tag178.xml><?xml version="1.0" encoding="utf-8"?>
<p:tagLst xmlns:a="http://schemas.openxmlformats.org/drawingml/2006/main" xmlns:r="http://schemas.openxmlformats.org/officeDocument/2006/relationships" xmlns:p="http://schemas.openxmlformats.org/presentationml/2006/main">
  <p:tag name="NUM" val="5"/>
</p:tagLst>
</file>

<file path=ppt/tags/tag179.xml><?xml version="1.0" encoding="utf-8"?>
<p:tagLst xmlns:a="http://schemas.openxmlformats.org/drawingml/2006/main" xmlns:r="http://schemas.openxmlformats.org/officeDocument/2006/relationships" xmlns:p="http://schemas.openxmlformats.org/presentationml/2006/main">
  <p:tag name="NUM" val="6"/>
</p:tagLst>
</file>

<file path=ppt/tags/tag180.xml><?xml version="1.0" encoding="utf-8"?>
<p:tagLst xmlns:a="http://schemas.openxmlformats.org/drawingml/2006/main" xmlns:r="http://schemas.openxmlformats.org/officeDocument/2006/relationships" xmlns:p="http://schemas.openxmlformats.org/presentationml/2006/main">
  <p:tag name="NUM" val="7"/>
</p:tagLst>
</file>

<file path=ppt/tags/tag181.xml><?xml version="1.0" encoding="utf-8"?>
<p:tagLst xmlns:a="http://schemas.openxmlformats.org/drawingml/2006/main" xmlns:r="http://schemas.openxmlformats.org/officeDocument/2006/relationships" xmlns:p="http://schemas.openxmlformats.org/presentationml/2006/main">
  <p:tag name="NUM" val="8"/>
</p:tagLst>
</file>

<file path=ppt/tags/tag182.xml><?xml version="1.0" encoding="utf-8"?>
<p:tagLst xmlns:a="http://schemas.openxmlformats.org/drawingml/2006/main" xmlns:r="http://schemas.openxmlformats.org/officeDocument/2006/relationships" xmlns:p="http://schemas.openxmlformats.org/presentationml/2006/main">
  <p:tag name="NUM" val="1"/>
</p:tagLst>
</file>

<file path=ppt/tags/tag183.xml><?xml version="1.0" encoding="utf-8"?>
<p:tagLst xmlns:a="http://schemas.openxmlformats.org/drawingml/2006/main" xmlns:r="http://schemas.openxmlformats.org/officeDocument/2006/relationships" xmlns:p="http://schemas.openxmlformats.org/presentationml/2006/main">
  <p:tag name="NUM" val="2"/>
</p:tagLst>
</file>

<file path=ppt/tags/tag184.xml><?xml version="1.0" encoding="utf-8"?>
<p:tagLst xmlns:a="http://schemas.openxmlformats.org/drawingml/2006/main" xmlns:r="http://schemas.openxmlformats.org/officeDocument/2006/relationships" xmlns:p="http://schemas.openxmlformats.org/presentationml/2006/main">
  <p:tag name="NUM" val="3"/>
</p:tagLst>
</file>

<file path=ppt/tags/tag185.xml><?xml version="1.0" encoding="utf-8"?>
<p:tagLst xmlns:a="http://schemas.openxmlformats.org/drawingml/2006/main" xmlns:r="http://schemas.openxmlformats.org/officeDocument/2006/relationships" xmlns:p="http://schemas.openxmlformats.org/presentationml/2006/main">
  <p:tag name="NUM" val="4"/>
</p:tagLst>
</file>

<file path=ppt/tags/tag186.xml><?xml version="1.0" encoding="utf-8"?>
<p:tagLst xmlns:a="http://schemas.openxmlformats.org/drawingml/2006/main" xmlns:r="http://schemas.openxmlformats.org/officeDocument/2006/relationships" xmlns:p="http://schemas.openxmlformats.org/presentationml/2006/main">
  <p:tag name="NUM" val="5"/>
</p:tagLst>
</file>

<file path=ppt/tags/tag187.xml><?xml version="1.0" encoding="utf-8"?>
<p:tagLst xmlns:a="http://schemas.openxmlformats.org/drawingml/2006/main" xmlns:r="http://schemas.openxmlformats.org/officeDocument/2006/relationships" xmlns:p="http://schemas.openxmlformats.org/presentationml/2006/main">
  <p:tag name="NUM" val="6"/>
</p:tagLst>
</file>

<file path=ppt/tags/tag188.xml><?xml version="1.0" encoding="utf-8"?>
<p:tagLst xmlns:a="http://schemas.openxmlformats.org/drawingml/2006/main" xmlns:r="http://schemas.openxmlformats.org/officeDocument/2006/relationships" xmlns:p="http://schemas.openxmlformats.org/presentationml/2006/main">
  <p:tag name="NUM" val="1"/>
</p:tagLst>
</file>

<file path=ppt/tags/tag189.xml><?xml version="1.0" encoding="utf-8"?>
<p:tagLst xmlns:a="http://schemas.openxmlformats.org/drawingml/2006/main" xmlns:r="http://schemas.openxmlformats.org/officeDocument/2006/relationships" xmlns:p="http://schemas.openxmlformats.org/presentationml/2006/main">
  <p:tag name="NUM" val="6"/>
</p:tagLst>
</file>

<file path=ppt/tags/tag190.xml><?xml version="1.0" encoding="utf-8"?>
<p:tagLst xmlns:a="http://schemas.openxmlformats.org/drawingml/2006/main" xmlns:r="http://schemas.openxmlformats.org/officeDocument/2006/relationships" xmlns:p="http://schemas.openxmlformats.org/presentationml/2006/main">
  <p:tag name="NUM" val="7"/>
</p:tagLst>
</file>

<file path=ppt/tags/tag191.xml><?xml version="1.0" encoding="utf-8"?>
<p:tagLst xmlns:a="http://schemas.openxmlformats.org/drawingml/2006/main" xmlns:r="http://schemas.openxmlformats.org/officeDocument/2006/relationships" xmlns:p="http://schemas.openxmlformats.org/presentationml/2006/main">
  <p:tag name="NUM" val="1"/>
</p:tagLst>
</file>

<file path=ppt/tags/tag192.xml><?xml version="1.0" encoding="utf-8"?>
<p:tagLst xmlns:a="http://schemas.openxmlformats.org/drawingml/2006/main" xmlns:r="http://schemas.openxmlformats.org/officeDocument/2006/relationships" xmlns:p="http://schemas.openxmlformats.org/presentationml/2006/main">
  <p:tag name="NUM" val="2"/>
</p:tagLst>
</file>

<file path=ppt/tags/tag193.xml><?xml version="1.0" encoding="utf-8"?>
<p:tagLst xmlns:a="http://schemas.openxmlformats.org/drawingml/2006/main" xmlns:r="http://schemas.openxmlformats.org/officeDocument/2006/relationships" xmlns:p="http://schemas.openxmlformats.org/presentationml/2006/main">
  <p:tag name="NUM" val="3"/>
</p:tagLst>
</file>

<file path=ppt/tags/tag194.xml><?xml version="1.0" encoding="utf-8"?>
<p:tagLst xmlns:a="http://schemas.openxmlformats.org/drawingml/2006/main" xmlns:r="http://schemas.openxmlformats.org/officeDocument/2006/relationships" xmlns:p="http://schemas.openxmlformats.org/presentationml/2006/main">
  <p:tag name="NUM" val="4"/>
</p:tagLst>
</file>

<file path=ppt/tags/tag195.xml><?xml version="1.0" encoding="utf-8"?>
<p:tagLst xmlns:a="http://schemas.openxmlformats.org/drawingml/2006/main" xmlns:r="http://schemas.openxmlformats.org/officeDocument/2006/relationships" xmlns:p="http://schemas.openxmlformats.org/presentationml/2006/main">
  <p:tag name="NUM" val="5"/>
</p:tagLst>
</file>

<file path=ppt/tags/tag196.xml><?xml version="1.0" encoding="utf-8"?>
<p:tagLst xmlns:a="http://schemas.openxmlformats.org/drawingml/2006/main" xmlns:r="http://schemas.openxmlformats.org/officeDocument/2006/relationships" xmlns:p="http://schemas.openxmlformats.org/presentationml/2006/main">
  <p:tag name="NUM" val="6"/>
</p:tagLst>
</file>

<file path=ppt/tags/tag197.xml><?xml version="1.0" encoding="utf-8"?>
<p:tagLst xmlns:a="http://schemas.openxmlformats.org/drawingml/2006/main" xmlns:r="http://schemas.openxmlformats.org/officeDocument/2006/relationships" xmlns:p="http://schemas.openxmlformats.org/presentationml/2006/main">
  <p:tag name="NUM" val="7"/>
</p:tagLst>
</file>

<file path=ppt/tags/tag198.xml><?xml version="1.0" encoding="utf-8"?>
<p:tagLst xmlns:a="http://schemas.openxmlformats.org/drawingml/2006/main" xmlns:r="http://schemas.openxmlformats.org/officeDocument/2006/relationships" xmlns:p="http://schemas.openxmlformats.org/presentationml/2006/main">
  <p:tag name="NUM" val="8"/>
</p:tagLst>
</file>

<file path=ppt/tags/tag199.xml><?xml version="1.0" encoding="utf-8"?>
<p:tagLst xmlns:a="http://schemas.openxmlformats.org/drawingml/2006/main" xmlns:r="http://schemas.openxmlformats.org/officeDocument/2006/relationships" xmlns:p="http://schemas.openxmlformats.org/presentationml/2006/main">
  <p:tag name="NUM" val="1"/>
</p:tagLst>
</file>

<file path=ppt/tags/tag200.xml><?xml version="1.0" encoding="utf-8"?>
<p:tagLst xmlns:a="http://schemas.openxmlformats.org/drawingml/2006/main" xmlns:r="http://schemas.openxmlformats.org/officeDocument/2006/relationships" xmlns:p="http://schemas.openxmlformats.org/presentationml/2006/main">
  <p:tag name="NUM" val="1"/>
</p:tagLst>
</file>

<file path=ppt/tags/tag201.xml><?xml version="1.0" encoding="utf-8"?>
<p:tagLst xmlns:a="http://schemas.openxmlformats.org/drawingml/2006/main" xmlns:r="http://schemas.openxmlformats.org/officeDocument/2006/relationships" xmlns:p="http://schemas.openxmlformats.org/presentationml/2006/main">
  <p:tag name="NUM" val="2"/>
</p:tagLst>
</file>

<file path=ppt/tags/tag202.xml><?xml version="1.0" encoding="utf-8"?>
<p:tagLst xmlns:a="http://schemas.openxmlformats.org/drawingml/2006/main" xmlns:r="http://schemas.openxmlformats.org/officeDocument/2006/relationships" xmlns:p="http://schemas.openxmlformats.org/presentationml/2006/main">
  <p:tag name="NUM" val="3"/>
</p:tagLst>
</file>

<file path=ppt/tags/tag203.xml><?xml version="1.0" encoding="utf-8"?>
<p:tagLst xmlns:a="http://schemas.openxmlformats.org/drawingml/2006/main" xmlns:r="http://schemas.openxmlformats.org/officeDocument/2006/relationships" xmlns:p="http://schemas.openxmlformats.org/presentationml/2006/main">
  <p:tag name="NUM" val="4"/>
</p:tagLst>
</file>

<file path=ppt/tags/tag204.xml><?xml version="1.0" encoding="utf-8"?>
<p:tagLst xmlns:a="http://schemas.openxmlformats.org/drawingml/2006/main" xmlns:r="http://schemas.openxmlformats.org/officeDocument/2006/relationships" xmlns:p="http://schemas.openxmlformats.org/presentationml/2006/main">
  <p:tag name="NUM" val="5"/>
</p:tagLst>
</file>

<file path=ppt/tags/tag205.xml><?xml version="1.0" encoding="utf-8"?>
<p:tagLst xmlns:a="http://schemas.openxmlformats.org/drawingml/2006/main" xmlns:r="http://schemas.openxmlformats.org/officeDocument/2006/relationships" xmlns:p="http://schemas.openxmlformats.org/presentationml/2006/main">
  <p:tag name="NUM" val="6"/>
</p:tagLst>
</file>

<file path=ppt/tags/tag206.xml><?xml version="1.0" encoding="utf-8"?>
<p:tagLst xmlns:a="http://schemas.openxmlformats.org/drawingml/2006/main" xmlns:r="http://schemas.openxmlformats.org/officeDocument/2006/relationships" xmlns:p="http://schemas.openxmlformats.org/presentationml/2006/main">
  <p:tag name="NUM" val="7"/>
</p:tagLst>
</file>

<file path=ppt/tags/tag207.xml><?xml version="1.0" encoding="utf-8"?>
<p:tagLst xmlns:a="http://schemas.openxmlformats.org/drawingml/2006/main" xmlns:r="http://schemas.openxmlformats.org/officeDocument/2006/relationships" xmlns:p="http://schemas.openxmlformats.org/presentationml/2006/main">
  <p:tag name="NUM" val="8"/>
</p:tagLst>
</file>

<file path=ppt/tags/tag208.xml><?xml version="1.0" encoding="utf-8"?>
<p:tagLst xmlns:a="http://schemas.openxmlformats.org/drawingml/2006/main" xmlns:r="http://schemas.openxmlformats.org/officeDocument/2006/relationships" xmlns:p="http://schemas.openxmlformats.org/presentationml/2006/main">
  <p:tag name="NUM" val="1"/>
</p:tagLst>
</file>

<file path=ppt/tags/tag209.xml><?xml version="1.0" encoding="utf-8"?>
<p:tagLst xmlns:a="http://schemas.openxmlformats.org/drawingml/2006/main" xmlns:r="http://schemas.openxmlformats.org/officeDocument/2006/relationships" xmlns:p="http://schemas.openxmlformats.org/presentationml/2006/main">
  <p:tag name="NUM" val="2"/>
</p:tagLst>
</file>

<file path=ppt/tags/tag210.xml><?xml version="1.0" encoding="utf-8"?>
<p:tagLst xmlns:a="http://schemas.openxmlformats.org/drawingml/2006/main" xmlns:r="http://schemas.openxmlformats.org/officeDocument/2006/relationships" xmlns:p="http://schemas.openxmlformats.org/presentationml/2006/main">
  <p:tag name="NUM" val="3"/>
</p:tagLst>
</file>

<file path=ppt/tags/tag211.xml><?xml version="1.0" encoding="utf-8"?>
<p:tagLst xmlns:a="http://schemas.openxmlformats.org/drawingml/2006/main" xmlns:r="http://schemas.openxmlformats.org/officeDocument/2006/relationships" xmlns:p="http://schemas.openxmlformats.org/presentationml/2006/main">
  <p:tag name="NUM" val="4"/>
</p:tagLst>
</file>

<file path=ppt/tags/tag212.xml><?xml version="1.0" encoding="utf-8"?>
<p:tagLst xmlns:a="http://schemas.openxmlformats.org/drawingml/2006/main" xmlns:r="http://schemas.openxmlformats.org/officeDocument/2006/relationships" xmlns:p="http://schemas.openxmlformats.org/presentationml/2006/main">
  <p:tag name="NUM" val="5"/>
</p:tagLst>
</file>

<file path=ppt/tags/tag213.xml><?xml version="1.0" encoding="utf-8"?>
<p:tagLst xmlns:a="http://schemas.openxmlformats.org/drawingml/2006/main" xmlns:r="http://schemas.openxmlformats.org/officeDocument/2006/relationships" xmlns:p="http://schemas.openxmlformats.org/presentationml/2006/main">
  <p:tag name="NUM" val="6"/>
</p:tagLst>
</file>

<file path=ppt/tags/tag214.xml><?xml version="1.0" encoding="utf-8"?>
<p:tagLst xmlns:a="http://schemas.openxmlformats.org/drawingml/2006/main" xmlns:r="http://schemas.openxmlformats.org/officeDocument/2006/relationships" xmlns:p="http://schemas.openxmlformats.org/presentationml/2006/main">
  <p:tag name="NUM" val="7"/>
</p:tagLst>
</file>

<file path=ppt/tags/tag215.xml><?xml version="1.0" encoding="utf-8"?>
<p:tagLst xmlns:a="http://schemas.openxmlformats.org/drawingml/2006/main" xmlns:r="http://schemas.openxmlformats.org/officeDocument/2006/relationships" xmlns:p="http://schemas.openxmlformats.org/presentationml/2006/main">
  <p:tag name="NUM" val="8"/>
</p:tagLst>
</file>

<file path=ppt/tags/tag216.xml><?xml version="1.0" encoding="utf-8"?>
<p:tagLst xmlns:a="http://schemas.openxmlformats.org/drawingml/2006/main" xmlns:r="http://schemas.openxmlformats.org/officeDocument/2006/relationships" xmlns:p="http://schemas.openxmlformats.org/presentationml/2006/main">
  <p:tag name="NUM" val="1"/>
</p:tagLst>
</file>

<file path=ppt/tags/tag217.xml><?xml version="1.0" encoding="utf-8"?>
<p:tagLst xmlns:a="http://schemas.openxmlformats.org/drawingml/2006/main" xmlns:r="http://schemas.openxmlformats.org/officeDocument/2006/relationships" xmlns:p="http://schemas.openxmlformats.org/presentationml/2006/main">
  <p:tag name="NUM" val="2"/>
</p:tagLst>
</file>

<file path=ppt/tags/tag218.xml><?xml version="1.0" encoding="utf-8"?>
<p:tagLst xmlns:a="http://schemas.openxmlformats.org/drawingml/2006/main" xmlns:r="http://schemas.openxmlformats.org/officeDocument/2006/relationships" xmlns:p="http://schemas.openxmlformats.org/presentationml/2006/main">
  <p:tag name="NUM" val="3"/>
</p:tagLst>
</file>

<file path=ppt/tags/tag219.xml><?xml version="1.0" encoding="utf-8"?>
<p:tagLst xmlns:a="http://schemas.openxmlformats.org/drawingml/2006/main" xmlns:r="http://schemas.openxmlformats.org/officeDocument/2006/relationships" xmlns:p="http://schemas.openxmlformats.org/presentationml/2006/main">
  <p:tag name="NUM" val="4"/>
</p:tagLst>
</file>

<file path=ppt/tags/tag220.xml><?xml version="1.0" encoding="utf-8"?>
<p:tagLst xmlns:a="http://schemas.openxmlformats.org/drawingml/2006/main" xmlns:r="http://schemas.openxmlformats.org/officeDocument/2006/relationships" xmlns:p="http://schemas.openxmlformats.org/presentationml/2006/main">
  <p:tag name="NUM" val="5"/>
</p:tagLst>
</file>

<file path=ppt/tags/tag221.xml><?xml version="1.0" encoding="utf-8"?>
<p:tagLst xmlns:a="http://schemas.openxmlformats.org/drawingml/2006/main" xmlns:r="http://schemas.openxmlformats.org/officeDocument/2006/relationships" xmlns:p="http://schemas.openxmlformats.org/presentationml/2006/main">
  <p:tag name="NUM" val="6"/>
</p:tagLst>
</file>

<file path=ppt/tags/tag222.xml><?xml version="1.0" encoding="utf-8"?>
<p:tagLst xmlns:a="http://schemas.openxmlformats.org/drawingml/2006/main" xmlns:r="http://schemas.openxmlformats.org/officeDocument/2006/relationships" xmlns:p="http://schemas.openxmlformats.org/presentationml/2006/main">
  <p:tag name="NUM" val="7"/>
</p:tagLst>
</file>

<file path=ppt/tags/tag223.xml><?xml version="1.0" encoding="utf-8"?>
<p:tagLst xmlns:a="http://schemas.openxmlformats.org/drawingml/2006/main" xmlns:r="http://schemas.openxmlformats.org/officeDocument/2006/relationships" xmlns:p="http://schemas.openxmlformats.org/presentationml/2006/main">
  <p:tag name="NUM" val="8"/>
</p:tagLst>
</file>

<file path=ppt/tags/tag224.xml><?xml version="1.0" encoding="utf-8"?>
<p:tagLst xmlns:a="http://schemas.openxmlformats.org/drawingml/2006/main" xmlns:r="http://schemas.openxmlformats.org/officeDocument/2006/relationships" xmlns:p="http://schemas.openxmlformats.org/presentationml/2006/main">
  <p:tag name="NUM" val="9"/>
</p:tagLst>
</file>

<file path=ppt/tags/tag225.xml><?xml version="1.0" encoding="utf-8"?>
<p:tagLst xmlns:a="http://schemas.openxmlformats.org/drawingml/2006/main" xmlns:r="http://schemas.openxmlformats.org/officeDocument/2006/relationships" xmlns:p="http://schemas.openxmlformats.org/presentationml/2006/main">
  <p:tag name="NUM" val="1"/>
</p:tagLst>
</file>

<file path=ppt/tags/tag226.xml><?xml version="1.0" encoding="utf-8"?>
<p:tagLst xmlns:a="http://schemas.openxmlformats.org/drawingml/2006/main" xmlns:r="http://schemas.openxmlformats.org/officeDocument/2006/relationships" xmlns:p="http://schemas.openxmlformats.org/presentationml/2006/main">
  <p:tag name="NUM" val="2"/>
</p:tagLst>
</file>

<file path=ppt/tags/tag227.xml><?xml version="1.0" encoding="utf-8"?>
<p:tagLst xmlns:a="http://schemas.openxmlformats.org/drawingml/2006/main" xmlns:r="http://schemas.openxmlformats.org/officeDocument/2006/relationships" xmlns:p="http://schemas.openxmlformats.org/presentationml/2006/main">
  <p:tag name="NUM" val="3"/>
</p:tagLst>
</file>

<file path=ppt/tags/tag228.xml><?xml version="1.0" encoding="utf-8"?>
<p:tagLst xmlns:a="http://schemas.openxmlformats.org/drawingml/2006/main" xmlns:r="http://schemas.openxmlformats.org/officeDocument/2006/relationships" xmlns:p="http://schemas.openxmlformats.org/presentationml/2006/main">
  <p:tag name="NUM" val="1"/>
</p:tagLst>
</file>

<file path=ppt/tags/tag229.xml><?xml version="1.0" encoding="utf-8"?>
<p:tagLst xmlns:a="http://schemas.openxmlformats.org/drawingml/2006/main" xmlns:r="http://schemas.openxmlformats.org/officeDocument/2006/relationships" xmlns:p="http://schemas.openxmlformats.org/presentationml/2006/main">
  <p:tag name="NUM" val="2"/>
</p:tagLst>
</file>

<file path=ppt/tags/tag230.xml><?xml version="1.0" encoding="utf-8"?>
<p:tagLst xmlns:a="http://schemas.openxmlformats.org/drawingml/2006/main" xmlns:r="http://schemas.openxmlformats.org/officeDocument/2006/relationships" xmlns:p="http://schemas.openxmlformats.org/presentationml/2006/main">
  <p:tag name="NUM" val="3"/>
</p:tagLst>
</file>

<file path=ppt/tags/tag231.xml><?xml version="1.0" encoding="utf-8"?>
<p:tagLst xmlns:a="http://schemas.openxmlformats.org/drawingml/2006/main" xmlns:r="http://schemas.openxmlformats.org/officeDocument/2006/relationships" xmlns:p="http://schemas.openxmlformats.org/presentationml/2006/main">
  <p:tag name="NUM" val="1"/>
</p:tagLst>
</file>

<file path=ppt/tags/tag232.xml><?xml version="1.0" encoding="utf-8"?>
<p:tagLst xmlns:a="http://schemas.openxmlformats.org/drawingml/2006/main" xmlns:r="http://schemas.openxmlformats.org/officeDocument/2006/relationships" xmlns:p="http://schemas.openxmlformats.org/presentationml/2006/main">
  <p:tag name="NUM" val="2"/>
</p:tagLst>
</file>

<file path=ppt/tags/tag233.xml><?xml version="1.0" encoding="utf-8"?>
<p:tagLst xmlns:a="http://schemas.openxmlformats.org/drawingml/2006/main" xmlns:r="http://schemas.openxmlformats.org/officeDocument/2006/relationships" xmlns:p="http://schemas.openxmlformats.org/presentationml/2006/main">
  <p:tag name="NUM" val="3"/>
</p:tagLst>
</file>

<file path=ppt/tags/tag234.xml><?xml version="1.0" encoding="utf-8"?>
<p:tagLst xmlns:a="http://schemas.openxmlformats.org/drawingml/2006/main" xmlns:r="http://schemas.openxmlformats.org/officeDocument/2006/relationships" xmlns:p="http://schemas.openxmlformats.org/presentationml/2006/main">
  <p:tag name="NUM" val="4"/>
</p:tagLst>
</file>

<file path=ppt/tags/tag235.xml><?xml version="1.0" encoding="utf-8"?>
<p:tagLst xmlns:a="http://schemas.openxmlformats.org/drawingml/2006/main" xmlns:r="http://schemas.openxmlformats.org/officeDocument/2006/relationships" xmlns:p="http://schemas.openxmlformats.org/presentationml/2006/main">
  <p:tag name="NUM" val="1"/>
</p:tagLst>
</file>

<file path=ppt/tags/tag236.xml><?xml version="1.0" encoding="utf-8"?>
<p:tagLst xmlns:a="http://schemas.openxmlformats.org/drawingml/2006/main" xmlns:r="http://schemas.openxmlformats.org/officeDocument/2006/relationships" xmlns:p="http://schemas.openxmlformats.org/presentationml/2006/main">
  <p:tag name="NUM" val="2"/>
</p:tagLst>
</file>

<file path=ppt/tags/tag237.xml><?xml version="1.0" encoding="utf-8"?>
<p:tagLst xmlns:a="http://schemas.openxmlformats.org/drawingml/2006/main" xmlns:r="http://schemas.openxmlformats.org/officeDocument/2006/relationships" xmlns:p="http://schemas.openxmlformats.org/presentationml/2006/main">
  <p:tag name="NUM" val="3"/>
</p:tagLst>
</file>

<file path=ppt/tags/tag238.xml><?xml version="1.0" encoding="utf-8"?>
<p:tagLst xmlns:a="http://schemas.openxmlformats.org/drawingml/2006/main" xmlns:r="http://schemas.openxmlformats.org/officeDocument/2006/relationships" xmlns:p="http://schemas.openxmlformats.org/presentationml/2006/main">
  <p:tag name="NUM" val="1"/>
</p:tagLst>
</file>

<file path=ppt/tags/tag239.xml><?xml version="1.0" encoding="utf-8"?>
<p:tagLst xmlns:a="http://schemas.openxmlformats.org/drawingml/2006/main" xmlns:r="http://schemas.openxmlformats.org/officeDocument/2006/relationships" xmlns:p="http://schemas.openxmlformats.org/presentationml/2006/main">
  <p:tag name="NUM" val="1"/>
</p:tagLst>
</file>

<file path=ppt/tags/tag240.xml><?xml version="1.0" encoding="utf-8"?>
<p:tagLst xmlns:a="http://schemas.openxmlformats.org/drawingml/2006/main" xmlns:r="http://schemas.openxmlformats.org/officeDocument/2006/relationships" xmlns:p="http://schemas.openxmlformats.org/presentationml/2006/main">
  <p:tag name="NUM" val="2"/>
</p:tagLst>
</file>

<file path=ppt/tags/tag241.xml><?xml version="1.0" encoding="utf-8"?>
<p:tagLst xmlns:a="http://schemas.openxmlformats.org/drawingml/2006/main" xmlns:r="http://schemas.openxmlformats.org/officeDocument/2006/relationships" xmlns:p="http://schemas.openxmlformats.org/presentationml/2006/main">
  <p:tag name="NUM" val="3"/>
</p:tagLst>
</file>

<file path=ppt/tags/tag242.xml><?xml version="1.0" encoding="utf-8"?>
<p:tagLst xmlns:a="http://schemas.openxmlformats.org/drawingml/2006/main" xmlns:r="http://schemas.openxmlformats.org/officeDocument/2006/relationships" xmlns:p="http://schemas.openxmlformats.org/presentationml/2006/main">
  <p:tag name="NUM" val="4"/>
</p:tagLst>
</file>

<file path=ppt/tags/tag243.xml><?xml version="1.0" encoding="utf-8"?>
<p:tagLst xmlns:a="http://schemas.openxmlformats.org/drawingml/2006/main" xmlns:r="http://schemas.openxmlformats.org/officeDocument/2006/relationships" xmlns:p="http://schemas.openxmlformats.org/presentationml/2006/main">
  <p:tag name="NUM" val="1"/>
</p:tagLst>
</file>

<file path=ppt/tags/tag244.xml><?xml version="1.0" encoding="utf-8"?>
<p:tagLst xmlns:a="http://schemas.openxmlformats.org/drawingml/2006/main" xmlns:r="http://schemas.openxmlformats.org/officeDocument/2006/relationships" xmlns:p="http://schemas.openxmlformats.org/presentationml/2006/main">
  <p:tag name="NUM" val="2"/>
</p:tagLst>
</file>

<file path=ppt/tags/tag245.xml><?xml version="1.0" encoding="utf-8"?>
<p:tagLst xmlns:a="http://schemas.openxmlformats.org/drawingml/2006/main" xmlns:r="http://schemas.openxmlformats.org/officeDocument/2006/relationships" xmlns:p="http://schemas.openxmlformats.org/presentationml/2006/main">
  <p:tag name="NUM" val="3"/>
</p:tagLst>
</file>

<file path=ppt/tags/tag246.xml><?xml version="1.0" encoding="utf-8"?>
<p:tagLst xmlns:a="http://schemas.openxmlformats.org/drawingml/2006/main" xmlns:r="http://schemas.openxmlformats.org/officeDocument/2006/relationships" xmlns:p="http://schemas.openxmlformats.org/presentationml/2006/main">
  <p:tag name="NUM" val="1"/>
</p:tagLst>
</file>

<file path=ppt/tags/tag247.xml><?xml version="1.0" encoding="utf-8"?>
<p:tagLst xmlns:a="http://schemas.openxmlformats.org/drawingml/2006/main" xmlns:r="http://schemas.openxmlformats.org/officeDocument/2006/relationships" xmlns:p="http://schemas.openxmlformats.org/presentationml/2006/main">
  <p:tag name="NUM" val="2"/>
</p:tagLst>
</file>

<file path=ppt/tags/tag248.xml><?xml version="1.0" encoding="utf-8"?>
<p:tagLst xmlns:a="http://schemas.openxmlformats.org/drawingml/2006/main" xmlns:r="http://schemas.openxmlformats.org/officeDocument/2006/relationships" xmlns:p="http://schemas.openxmlformats.org/presentationml/2006/main">
  <p:tag name="NUM" val="3"/>
</p:tagLst>
</file>

<file path=ppt/tags/tag249.xml><?xml version="1.0" encoding="utf-8"?>
<p:tagLst xmlns:a="http://schemas.openxmlformats.org/drawingml/2006/main" xmlns:r="http://schemas.openxmlformats.org/officeDocument/2006/relationships" xmlns:p="http://schemas.openxmlformats.org/presentationml/2006/main">
  <p:tag name="NUM" val="4"/>
</p:tagLst>
</file>

<file path=ppt/tags/tag250.xml><?xml version="1.0" encoding="utf-8"?>
<p:tagLst xmlns:a="http://schemas.openxmlformats.org/drawingml/2006/main" xmlns:r="http://schemas.openxmlformats.org/officeDocument/2006/relationships" xmlns:p="http://schemas.openxmlformats.org/presentationml/2006/main">
  <p:tag name="NUM" val="5"/>
</p:tagLst>
</file>

<file path=ppt/tags/tag251.xml><?xml version="1.0" encoding="utf-8"?>
<p:tagLst xmlns:a="http://schemas.openxmlformats.org/drawingml/2006/main" xmlns:r="http://schemas.openxmlformats.org/officeDocument/2006/relationships" xmlns:p="http://schemas.openxmlformats.org/presentationml/2006/main">
  <p:tag name="NUM" val="6"/>
</p:tagLst>
</file>

<file path=ppt/tags/tag252.xml><?xml version="1.0" encoding="utf-8"?>
<p:tagLst xmlns:a="http://schemas.openxmlformats.org/drawingml/2006/main" xmlns:r="http://schemas.openxmlformats.org/officeDocument/2006/relationships" xmlns:p="http://schemas.openxmlformats.org/presentationml/2006/main">
  <p:tag name="NUM" val="7"/>
</p:tagLst>
</file>

<file path=ppt/tags/tag253.xml><?xml version="1.0" encoding="utf-8"?>
<p:tagLst xmlns:a="http://schemas.openxmlformats.org/drawingml/2006/main" xmlns:r="http://schemas.openxmlformats.org/officeDocument/2006/relationships" xmlns:p="http://schemas.openxmlformats.org/presentationml/2006/main">
  <p:tag name="NUM" val="8"/>
</p:tagLst>
</file>

<file path=ppt/tags/tag254.xml><?xml version="1.0" encoding="utf-8"?>
<p:tagLst xmlns:a="http://schemas.openxmlformats.org/drawingml/2006/main" xmlns:r="http://schemas.openxmlformats.org/officeDocument/2006/relationships" xmlns:p="http://schemas.openxmlformats.org/presentationml/2006/main">
  <p:tag name="NUM" val="9"/>
</p:tagLst>
</file>

<file path=ppt/tags/tag255.xml><?xml version="1.0" encoding="utf-8"?>
<p:tagLst xmlns:a="http://schemas.openxmlformats.org/drawingml/2006/main" xmlns:r="http://schemas.openxmlformats.org/officeDocument/2006/relationships" xmlns:p="http://schemas.openxmlformats.org/presentationml/2006/main">
  <p:tag name="NUM" val="1"/>
</p:tagLst>
</file>

<file path=ppt/tags/tag256.xml><?xml version="1.0" encoding="utf-8"?>
<p:tagLst xmlns:a="http://schemas.openxmlformats.org/drawingml/2006/main" xmlns:r="http://schemas.openxmlformats.org/officeDocument/2006/relationships" xmlns:p="http://schemas.openxmlformats.org/presentationml/2006/main">
  <p:tag name="NUM" val="1"/>
</p:tagLst>
</file>

<file path=ppt/tags/tag257.xml><?xml version="1.0" encoding="utf-8"?>
<p:tagLst xmlns:a="http://schemas.openxmlformats.org/drawingml/2006/main" xmlns:r="http://schemas.openxmlformats.org/officeDocument/2006/relationships" xmlns:p="http://schemas.openxmlformats.org/presentationml/2006/main">
  <p:tag name="NUM" val="2"/>
</p:tagLst>
</file>

<file path=ppt/tags/tag258.xml><?xml version="1.0" encoding="utf-8"?>
<p:tagLst xmlns:a="http://schemas.openxmlformats.org/drawingml/2006/main" xmlns:r="http://schemas.openxmlformats.org/officeDocument/2006/relationships" xmlns:p="http://schemas.openxmlformats.org/presentationml/2006/main">
  <p:tag name="NUM" val="3"/>
</p:tagLst>
</file>

<file path=ppt/tags/tag259.xml><?xml version="1.0" encoding="utf-8"?>
<p:tagLst xmlns:a="http://schemas.openxmlformats.org/drawingml/2006/main" xmlns:r="http://schemas.openxmlformats.org/officeDocument/2006/relationships" xmlns:p="http://schemas.openxmlformats.org/presentationml/2006/main">
  <p:tag name="NUM" val="4"/>
</p:tagLst>
</file>

<file path=ppt/tags/tag260.xml><?xml version="1.0" encoding="utf-8"?>
<p:tagLst xmlns:a="http://schemas.openxmlformats.org/drawingml/2006/main" xmlns:r="http://schemas.openxmlformats.org/officeDocument/2006/relationships" xmlns:p="http://schemas.openxmlformats.org/presentationml/2006/main">
  <p:tag name="NUM" val="5"/>
</p:tagLst>
</file>

<file path=ppt/tags/tag261.xml><?xml version="1.0" encoding="utf-8"?>
<p:tagLst xmlns:a="http://schemas.openxmlformats.org/drawingml/2006/main" xmlns:r="http://schemas.openxmlformats.org/officeDocument/2006/relationships" xmlns:p="http://schemas.openxmlformats.org/presentationml/2006/main">
  <p:tag name="NUM" val="6"/>
</p:tagLst>
</file>

<file path=ppt/tags/tag262.xml><?xml version="1.0" encoding="utf-8"?>
<p:tagLst xmlns:a="http://schemas.openxmlformats.org/drawingml/2006/main" xmlns:r="http://schemas.openxmlformats.org/officeDocument/2006/relationships" xmlns:p="http://schemas.openxmlformats.org/presentationml/2006/main">
  <p:tag name="NUM" val="7"/>
</p:tagLst>
</file>

<file path=ppt/tags/tag263.xml><?xml version="1.0" encoding="utf-8"?>
<p:tagLst xmlns:a="http://schemas.openxmlformats.org/drawingml/2006/main" xmlns:r="http://schemas.openxmlformats.org/officeDocument/2006/relationships" xmlns:p="http://schemas.openxmlformats.org/presentationml/2006/main">
  <p:tag name="NUM" val="8"/>
</p:tagLst>
</file>

<file path=ppt/tags/tag264.xml><?xml version="1.0" encoding="utf-8"?>
<p:tagLst xmlns:a="http://schemas.openxmlformats.org/drawingml/2006/main" xmlns:r="http://schemas.openxmlformats.org/officeDocument/2006/relationships" xmlns:p="http://schemas.openxmlformats.org/presentationml/2006/main">
  <p:tag name="NUM" val="1"/>
</p:tagLst>
</file>

<file path=ppt/tags/tag265.xml><?xml version="1.0" encoding="utf-8"?>
<p:tagLst xmlns:a="http://schemas.openxmlformats.org/drawingml/2006/main" xmlns:r="http://schemas.openxmlformats.org/officeDocument/2006/relationships" xmlns:p="http://schemas.openxmlformats.org/presentationml/2006/main">
  <p:tag name="NUM" val="2"/>
</p:tagLst>
</file>

<file path=ppt/tags/tag266.xml><?xml version="1.0" encoding="utf-8"?>
<p:tagLst xmlns:a="http://schemas.openxmlformats.org/drawingml/2006/main" xmlns:r="http://schemas.openxmlformats.org/officeDocument/2006/relationships" xmlns:p="http://schemas.openxmlformats.org/presentationml/2006/main">
  <p:tag name="NUM" val="3"/>
</p:tagLst>
</file>

<file path=ppt/tags/tag267.xml><?xml version="1.0" encoding="utf-8"?>
<p:tagLst xmlns:a="http://schemas.openxmlformats.org/drawingml/2006/main" xmlns:r="http://schemas.openxmlformats.org/officeDocument/2006/relationships" xmlns:p="http://schemas.openxmlformats.org/presentationml/2006/main">
  <p:tag name="NUM" val="1"/>
</p:tagLst>
</file>

<file path=ppt/tags/tag268.xml><?xml version="1.0" encoding="utf-8"?>
<p:tagLst xmlns:a="http://schemas.openxmlformats.org/drawingml/2006/main" xmlns:r="http://schemas.openxmlformats.org/officeDocument/2006/relationships" xmlns:p="http://schemas.openxmlformats.org/presentationml/2006/main">
  <p:tag name="NUM" val="2"/>
</p:tagLst>
</file>

<file path=ppt/tags/tag269.xml><?xml version="1.0" encoding="utf-8"?>
<p:tagLst xmlns:a="http://schemas.openxmlformats.org/drawingml/2006/main" xmlns:r="http://schemas.openxmlformats.org/officeDocument/2006/relationships" xmlns:p="http://schemas.openxmlformats.org/presentationml/2006/main">
  <p:tag name="NUM" val="3"/>
</p:tagLst>
</file>

<file path=ppt/tags/tag270.xml><?xml version="1.0" encoding="utf-8"?>
<p:tagLst xmlns:a="http://schemas.openxmlformats.org/drawingml/2006/main" xmlns:r="http://schemas.openxmlformats.org/officeDocument/2006/relationships" xmlns:p="http://schemas.openxmlformats.org/presentationml/2006/main">
  <p:tag name="NUM" val="1"/>
</p:tagLst>
</file>

<file path=ppt/tags/tag271.xml><?xml version="1.0" encoding="utf-8"?>
<p:tagLst xmlns:a="http://schemas.openxmlformats.org/drawingml/2006/main" xmlns:r="http://schemas.openxmlformats.org/officeDocument/2006/relationships" xmlns:p="http://schemas.openxmlformats.org/presentationml/2006/main">
  <p:tag name="NUM" val="2"/>
</p:tagLst>
</file>

<file path=ppt/tags/tag272.xml><?xml version="1.0" encoding="utf-8"?>
<p:tagLst xmlns:a="http://schemas.openxmlformats.org/drawingml/2006/main" xmlns:r="http://schemas.openxmlformats.org/officeDocument/2006/relationships" xmlns:p="http://schemas.openxmlformats.org/presentationml/2006/main">
  <p:tag name="NUM" val="3"/>
</p:tagLst>
</file>

<file path=ppt/tags/tag273.xml><?xml version="1.0" encoding="utf-8"?>
<p:tagLst xmlns:a="http://schemas.openxmlformats.org/drawingml/2006/main" xmlns:r="http://schemas.openxmlformats.org/officeDocument/2006/relationships" xmlns:p="http://schemas.openxmlformats.org/presentationml/2006/main">
  <p:tag name="NUM" val="4"/>
</p:tagLst>
</file>

<file path=ppt/tags/tag274.xml><?xml version="1.0" encoding="utf-8"?>
<p:tagLst xmlns:a="http://schemas.openxmlformats.org/drawingml/2006/main" xmlns:r="http://schemas.openxmlformats.org/officeDocument/2006/relationships" xmlns:p="http://schemas.openxmlformats.org/presentationml/2006/main">
  <p:tag name="NUM" val="5"/>
</p:tagLst>
</file>

<file path=ppt/tags/tag275.xml><?xml version="1.0" encoding="utf-8"?>
<p:tagLst xmlns:a="http://schemas.openxmlformats.org/drawingml/2006/main" xmlns:r="http://schemas.openxmlformats.org/officeDocument/2006/relationships" xmlns:p="http://schemas.openxmlformats.org/presentationml/2006/main">
  <p:tag name="NUM" val="6"/>
</p:tagLst>
</file>

<file path=ppt/tags/tag276.xml><?xml version="1.0" encoding="utf-8"?>
<p:tagLst xmlns:a="http://schemas.openxmlformats.org/drawingml/2006/main" xmlns:r="http://schemas.openxmlformats.org/officeDocument/2006/relationships" xmlns:p="http://schemas.openxmlformats.org/presentationml/2006/main">
  <p:tag name="NUM" val="7"/>
</p:tagLst>
</file>

<file path=ppt/tags/tag277.xml><?xml version="1.0" encoding="utf-8"?>
<p:tagLst xmlns:a="http://schemas.openxmlformats.org/drawingml/2006/main" xmlns:r="http://schemas.openxmlformats.org/officeDocument/2006/relationships" xmlns:p="http://schemas.openxmlformats.org/presentationml/2006/main">
  <p:tag name="NUM" val="8"/>
</p:tagLst>
</file>

<file path=ppt/tags/tag278.xml><?xml version="1.0" encoding="utf-8"?>
<p:tagLst xmlns:a="http://schemas.openxmlformats.org/drawingml/2006/main" xmlns:r="http://schemas.openxmlformats.org/officeDocument/2006/relationships" xmlns:p="http://schemas.openxmlformats.org/presentationml/2006/main">
  <p:tag name="NUM" val="9"/>
</p:tagLst>
</file>

<file path=ppt/tags/tag279.xml><?xml version="1.0" encoding="utf-8"?>
<p:tagLst xmlns:a="http://schemas.openxmlformats.org/drawingml/2006/main" xmlns:r="http://schemas.openxmlformats.org/officeDocument/2006/relationships" xmlns:p="http://schemas.openxmlformats.org/presentationml/2006/main">
  <p:tag name="NUM" val="1"/>
</p:tagLst>
</file>

<file path=ppt/tags/tag280.xml><?xml version="1.0" encoding="utf-8"?>
<p:tagLst xmlns:a="http://schemas.openxmlformats.org/drawingml/2006/main" xmlns:r="http://schemas.openxmlformats.org/officeDocument/2006/relationships" xmlns:p="http://schemas.openxmlformats.org/presentationml/2006/main">
  <p:tag name="NUM" val="2"/>
</p:tagLst>
</file>

<file path=ppt/tags/tag281.xml><?xml version="1.0" encoding="utf-8"?>
<p:tagLst xmlns:a="http://schemas.openxmlformats.org/drawingml/2006/main" xmlns:r="http://schemas.openxmlformats.org/officeDocument/2006/relationships" xmlns:p="http://schemas.openxmlformats.org/presentationml/2006/main">
  <p:tag name="NUM" val="3"/>
</p:tagLst>
</file>

<file path=ppt/tags/tag282.xml><?xml version="1.0" encoding="utf-8"?>
<p:tagLst xmlns:a="http://schemas.openxmlformats.org/drawingml/2006/main" xmlns:r="http://schemas.openxmlformats.org/officeDocument/2006/relationships" xmlns:p="http://schemas.openxmlformats.org/presentationml/2006/main">
  <p:tag name="NUM" val="1"/>
</p:tagLst>
</file>

<file path=ppt/tags/tag283.xml><?xml version="1.0" encoding="utf-8"?>
<p:tagLst xmlns:a="http://schemas.openxmlformats.org/drawingml/2006/main" xmlns:r="http://schemas.openxmlformats.org/officeDocument/2006/relationships" xmlns:p="http://schemas.openxmlformats.org/presentationml/2006/main">
  <p:tag name="NUM" val="2"/>
</p:tagLst>
</file>

<file path=ppt/tags/tag284.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2_Thème HEC">
  <a:themeElements>
    <a:clrScheme name="HEC Montréal">
      <a:dk1>
        <a:srgbClr val="000000"/>
      </a:dk1>
      <a:lt1>
        <a:srgbClr val="FFFFFF"/>
      </a:lt1>
      <a:dk2>
        <a:srgbClr val="0D2C52"/>
      </a:dk2>
      <a:lt2>
        <a:srgbClr val="888A8D"/>
      </a:lt2>
      <a:accent1>
        <a:srgbClr val="0070B9"/>
      </a:accent1>
      <a:accent2>
        <a:srgbClr val="00A9C6"/>
      </a:accent2>
      <a:accent3>
        <a:srgbClr val="3CB778"/>
      </a:accent3>
      <a:accent4>
        <a:srgbClr val="F1595C"/>
      </a:accent4>
      <a:accent5>
        <a:srgbClr val="E170AC"/>
      </a:accent5>
      <a:accent6>
        <a:srgbClr val="F5CD3D"/>
      </a:accent6>
      <a:hlink>
        <a:srgbClr val="0070B9"/>
      </a:hlink>
      <a:folHlink>
        <a:srgbClr val="00AAC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HECMontreal-Gabarit" id="{90B23BB6-748E-9A4B-9146-9546151205D4}" vid="{48ADA872-361A-1B4C-ABD7-4D4607940B7F}"/>
    </a:ext>
  </a:extLst>
</a:theme>
</file>

<file path=ppt/theme/theme2.xml><?xml version="1.0" encoding="utf-8"?>
<a:theme xmlns:a="http://schemas.openxmlformats.org/drawingml/2006/main" name="1_Thème Office">
  <a:themeElements>
    <a:clrScheme name="HEC">
      <a:dk1>
        <a:srgbClr val="000000"/>
      </a:dk1>
      <a:lt1>
        <a:sysClr val="window" lastClr="FFFFFF"/>
      </a:lt1>
      <a:dk2>
        <a:srgbClr val="002855"/>
      </a:dk2>
      <a:lt2>
        <a:srgbClr val="DDDDDD"/>
      </a:lt2>
      <a:accent1>
        <a:srgbClr val="0072CE"/>
      </a:accent1>
      <a:accent2>
        <a:srgbClr val="00AEC7"/>
      </a:accent2>
      <a:accent3>
        <a:srgbClr val="26D07C"/>
      </a:accent3>
      <a:accent4>
        <a:srgbClr val="FF585D"/>
      </a:accent4>
      <a:accent5>
        <a:srgbClr val="EB6FBD"/>
      </a:accent5>
      <a:accent6>
        <a:srgbClr val="F3D03E"/>
      </a:accent6>
      <a:hlink>
        <a:srgbClr val="48A23F"/>
      </a:hlink>
      <a:folHlink>
        <a:srgbClr val="00285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CD2F1735FDFDB4DB8396962869D1402" ma:contentTypeVersion="19" ma:contentTypeDescription="Create a new document." ma:contentTypeScope="" ma:versionID="3c71e9b9d2b9acedd11d12d79d7f2e66">
  <xsd:schema xmlns:xsd="http://www.w3.org/2001/XMLSchema" xmlns:xs="http://www.w3.org/2001/XMLSchema" xmlns:p="http://schemas.microsoft.com/office/2006/metadata/properties" xmlns:ns3="106b9749-8c27-40e0-883b-aefce4891cb4" xmlns:ns4="d5fa2ce2-b52c-4199-9535-671be9717a7e" targetNamespace="http://schemas.microsoft.com/office/2006/metadata/properties" ma:root="true" ma:fieldsID="b2338870f515bdc4d710a612fa218f07" ns3:_="" ns4:_="">
    <xsd:import namespace="106b9749-8c27-40e0-883b-aefce4891cb4"/>
    <xsd:import namespace="d5fa2ce2-b52c-4199-9535-671be9717a7e"/>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6b9749-8c27-40e0-883b-aefce4891c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5fa2ce2-b52c-4199-9535-671be9717a7e"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06b9749-8c27-40e0-883b-aefce4891cb4" xsi:nil="true"/>
  </documentManagement>
</p:properties>
</file>

<file path=customXml/itemProps1.xml><?xml version="1.0" encoding="utf-8"?>
<ds:datastoreItem xmlns:ds="http://schemas.openxmlformats.org/officeDocument/2006/customXml" ds:itemID="{973F8E82-84DE-4E3D-90DD-25D4BBCED784}">
  <ds:schemaRefs>
    <ds:schemaRef ds:uri="http://schemas.microsoft.com/sharepoint/v3/contenttype/forms"/>
  </ds:schemaRefs>
</ds:datastoreItem>
</file>

<file path=customXml/itemProps2.xml><?xml version="1.0" encoding="utf-8"?>
<ds:datastoreItem xmlns:ds="http://schemas.openxmlformats.org/officeDocument/2006/customXml" ds:itemID="{CDD4AADE-FEAE-4CE0-9C63-B78F443A95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6b9749-8c27-40e0-883b-aefce4891cb4"/>
    <ds:schemaRef ds:uri="d5fa2ce2-b52c-4199-9535-671be9717a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76BA1DF-CC3B-4374-98E7-45FEF7440B3D}">
  <ds:schemaRefs>
    <ds:schemaRef ds:uri="d5fa2ce2-b52c-4199-9535-671be9717a7e"/>
    <ds:schemaRef ds:uri="http://www.w3.org/XML/1998/namespace"/>
    <ds:schemaRef ds:uri="106b9749-8c27-40e0-883b-aefce4891cb4"/>
    <ds:schemaRef ds:uri="http://schemas.microsoft.com/office/2006/documentManagement/types"/>
    <ds:schemaRef ds:uri="http://schemas.microsoft.com/office/infopath/2007/PartnerControls"/>
    <ds:schemaRef ds:uri="http://schemas.microsoft.com/office/2006/metadata/properties"/>
    <ds:schemaRef ds:uri="http://purl.org/dc/elements/1.1/"/>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509</TotalTime>
  <Words>2703</Words>
  <Application>Microsoft Office PowerPoint</Application>
  <PresentationFormat>Grand écran</PresentationFormat>
  <Paragraphs>385</Paragraphs>
  <Slides>59</Slides>
  <Notes>31</Notes>
  <HiddenSlides>0</HiddenSlides>
  <MMClips>0</MMClips>
  <ScaleCrop>false</ScaleCrop>
  <HeadingPairs>
    <vt:vector size="6" baseType="variant">
      <vt:variant>
        <vt:lpstr>Polices utilisées</vt:lpstr>
      </vt:variant>
      <vt:variant>
        <vt:i4>15</vt:i4>
      </vt:variant>
      <vt:variant>
        <vt:lpstr>Thème</vt:lpstr>
      </vt:variant>
      <vt:variant>
        <vt:i4>2</vt:i4>
      </vt:variant>
      <vt:variant>
        <vt:lpstr>Titres des diapositives</vt:lpstr>
      </vt:variant>
      <vt:variant>
        <vt:i4>59</vt:i4>
      </vt:variant>
    </vt:vector>
  </HeadingPairs>
  <TitlesOfParts>
    <vt:vector size="76" baseType="lpstr">
      <vt:lpstr>Visby CF Medium</vt:lpstr>
      <vt:lpstr>Wingdings</vt:lpstr>
      <vt:lpstr>Visby Slab CF</vt:lpstr>
      <vt:lpstr>Calibri</vt:lpstr>
      <vt:lpstr>Visby Slab CF Bold</vt:lpstr>
      <vt:lpstr>Courier New</vt:lpstr>
      <vt:lpstr>Aptos</vt:lpstr>
      <vt:lpstr>Visby CF Bold</vt:lpstr>
      <vt:lpstr>Visby CF Light</vt:lpstr>
      <vt:lpstr>Visby CF</vt:lpstr>
      <vt:lpstr>Arial Rounded MT Bold</vt:lpstr>
      <vt:lpstr>Script MT Bold</vt:lpstr>
      <vt:lpstr>Visby Slab CF Heavy</vt:lpstr>
      <vt:lpstr>Arial</vt:lpstr>
      <vt:lpstr>Visby Slab CF Demi Bold</vt:lpstr>
      <vt:lpstr>2_Thème HEC</vt:lpstr>
      <vt:lpstr>1_Thème Office</vt:lpstr>
      <vt:lpstr>Mobiliser les technologies numériques  </vt:lpstr>
      <vt:lpstr>Présentation PowerPoint</vt:lpstr>
      <vt:lpstr>L’utilisation des systèmes d’information : des requêtes simples et des enjeux de cybersécurité</vt:lpstr>
      <vt:lpstr>Présentation PowerPoint</vt:lpstr>
      <vt:lpstr>Plan de la séance</vt:lpstr>
      <vt:lpstr>Retour sur la séance 4</vt:lpstr>
      <vt:lpstr>Des règles d'affaires aux contraintes de l'interface</vt:lpstr>
      <vt:lpstr>Retour sur le parcours</vt:lpstr>
      <vt:lpstr>Retour sur les concepts du parcours</vt:lpstr>
      <vt:lpstr>Assimilation du parcours</vt:lpstr>
      <vt:lpstr>Liste des besoins de la pizzeria</vt:lpstr>
      <vt:lpstr>Création de la base de données sur Airtable</vt:lpstr>
      <vt:lpstr>Création d’une commande</vt:lpstr>
      <vt:lpstr>Implémentation du premier besoin</vt:lpstr>
      <vt:lpstr>Dictionnaire de données</vt:lpstr>
      <vt:lpstr>Création de la table</vt:lpstr>
      <vt:lpstr>Création de la table Commande</vt:lpstr>
      <vt:lpstr>Création de la table</vt:lpstr>
      <vt:lpstr>Relation réciproque créée</vt:lpstr>
      <vt:lpstr>Relation réciproque créée</vt:lpstr>
      <vt:lpstr>Relation réciproque côté Client</vt:lpstr>
      <vt:lpstr>Relation réciproque côté Commande</vt:lpstr>
      <vt:lpstr>Création du champ Name</vt:lpstr>
      <vt:lpstr>Création de la table detailCommande et recette</vt:lpstr>
      <vt:lpstr>Implémentation du deuxième besoin</vt:lpstr>
      <vt:lpstr>Dictionnaire de données : Article</vt:lpstr>
      <vt:lpstr>Clé primaire table Article</vt:lpstr>
      <vt:lpstr>Création de la table Article</vt:lpstr>
      <vt:lpstr>Création de la table DetailCommande</vt:lpstr>
      <vt:lpstr>Dictionnaire de données</vt:lpstr>
      <vt:lpstr>Création de la table</vt:lpstr>
      <vt:lpstr>Création de la table</vt:lpstr>
      <vt:lpstr>Implémentation du troisième besoin</vt:lpstr>
      <vt:lpstr>Retour sur les concepts avant la séance</vt:lpstr>
      <vt:lpstr>Création de la table</vt:lpstr>
      <vt:lpstr>Précision sur les champs virtuels</vt:lpstr>
      <vt:lpstr>Implémentation des autres besoins</vt:lpstr>
      <vt:lpstr>Implémentation des autres besoins</vt:lpstr>
      <vt:lpstr>Implémentation des autres besoins</vt:lpstr>
      <vt:lpstr>Trois niveaux d’identification dans les systèmes </vt:lpstr>
      <vt:lpstr>Nouvelle matière</vt:lpstr>
      <vt:lpstr>Loi 25 — Données personnelles</vt:lpstr>
      <vt:lpstr>Pourquoi ça vous concerne — en tant que gestionnaire</vt:lpstr>
      <vt:lpstr>La triade CIA dans cet écosystème</vt:lpstr>
      <vt:lpstr>Gestion du risque</vt:lpstr>
      <vt:lpstr>Gestion du risque</vt:lpstr>
      <vt:lpstr>Gestion des accès à l’aide de Softr</vt:lpstr>
      <vt:lpstr>Cyberhygiène – Bonne pratiques à adopter</vt:lpstr>
      <vt:lpstr>Application</vt:lpstr>
      <vt:lpstr>Discussion en classe sur les enjeux de cybersécurité</vt:lpstr>
      <vt:lpstr>Enjeux</vt:lpstr>
      <vt:lpstr>Restriction des accès aux pages sur Softr</vt:lpstr>
      <vt:lpstr>Synthèse</vt:lpstr>
      <vt:lpstr>Le cours d’aujourd’hui dans la vision d’ensemble</vt:lpstr>
      <vt:lpstr>La suite du cours d’aujourd’hui dans la spécialisation</vt:lpstr>
      <vt:lpstr>Le cours d’aujourd’hui dans les évaluations</vt:lpstr>
      <vt:lpstr>Les métiers impliqués dans le cours d’aujourd’hui</vt:lpstr>
      <vt:lpstr>Les autres spécialisations dans le cours d’aujourd’hui</vt:lpstr>
      <vt:lpstr>À faire pour la semaine prochaine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Marie-Claude Trudel</dc:creator>
  <cp:lastModifiedBy>Marie-Claude Trudel</cp:lastModifiedBy>
  <cp:revision>20</cp:revision>
  <dcterms:created xsi:type="dcterms:W3CDTF">2024-09-30T22:18:22Z</dcterms:created>
  <dcterms:modified xsi:type="dcterms:W3CDTF">2026-09-22T10:12:26Z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0x010100FCD2F1735FDFDB4DB8396962869D1402</vt:lpwstr>
  </property>
  <property fmtid="{D5CDD505-2E9C-101B-9397-08002B2CF9AE}" pid="3" name="MediaServiceImageTags">
    <vt:lpwstr/>
  </property>
  <property fmtid="{D5CDD505-2E9C-101B-9397-08002B2CF9AE}" pid="4" name="MSIP_Label_6a7d8d5d-78e2-4a62-9fcd-016eb5e4c57c_Enabled">
    <vt:lpwstr>true</vt:lpwstr>
  </property>
  <property fmtid="{D5CDD505-2E9C-101B-9397-08002B2CF9AE}" pid="5" name="MSIP_Label_6a7d8d5d-78e2-4a62-9fcd-016eb5e4c57c_SetDate">
    <vt:lpwstr>2026-05-14T16:37:12Z</vt:lpwstr>
  </property>
  <property fmtid="{D5CDD505-2E9C-101B-9397-08002B2CF9AE}" pid="6" name="MSIP_Label_6a7d8d5d-78e2-4a62-9fcd-016eb5e4c57c_Method">
    <vt:lpwstr>Standard</vt:lpwstr>
  </property>
  <property fmtid="{D5CDD505-2E9C-101B-9397-08002B2CF9AE}" pid="7" name="MSIP_Label_6a7d8d5d-78e2-4a62-9fcd-016eb5e4c57c_Name">
    <vt:lpwstr>Général</vt:lpwstr>
  </property>
  <property fmtid="{D5CDD505-2E9C-101B-9397-08002B2CF9AE}" pid="8" name="MSIP_Label_6a7d8d5d-78e2-4a62-9fcd-016eb5e4c57c_SiteId">
    <vt:lpwstr>06e1fe28-5f8b-4075-bf6c-ae24be1a7992</vt:lpwstr>
  </property>
  <property fmtid="{D5CDD505-2E9C-101B-9397-08002B2CF9AE}" pid="9" name="MSIP_Label_6a7d8d5d-78e2-4a62-9fcd-016eb5e4c57c_ActionId">
    <vt:lpwstr>673f32d1-3fe8-4483-8b77-8f39186145b2</vt:lpwstr>
  </property>
  <property fmtid="{D5CDD505-2E9C-101B-9397-08002B2CF9AE}" pid="10" name="MSIP_Label_6a7d8d5d-78e2-4a62-9fcd-016eb5e4c57c_ContentBits">
    <vt:lpwstr>0</vt:lpwstr>
  </property>
  <property fmtid="{D5CDD505-2E9C-101B-9397-08002B2CF9AE}" pid="11" name="MSIP_Label_6a7d8d5d-78e2-4a62-9fcd-016eb5e4c57c_Tag">
    <vt:lpwstr>50, 3, 0, 1</vt:lpwstr>
  </property>
</Properties>
</file>